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16"/>
  </p:notesMasterIdLst>
  <p:sldIdLst>
    <p:sldId id="262" r:id="rId2"/>
    <p:sldId id="259" r:id="rId3"/>
    <p:sldId id="266" r:id="rId4"/>
    <p:sldId id="267" r:id="rId5"/>
    <p:sldId id="265" r:id="rId6"/>
    <p:sldId id="269" r:id="rId7"/>
    <p:sldId id="268" r:id="rId8"/>
    <p:sldId id="270" r:id="rId9"/>
    <p:sldId id="271" r:id="rId10"/>
    <p:sldId id="272" r:id="rId11"/>
    <p:sldId id="273" r:id="rId12"/>
    <p:sldId id="275" r:id="rId13"/>
    <p:sldId id="274" r:id="rId14"/>
    <p:sldId id="257" r:id="rId15"/>
  </p:sldIdLst>
  <p:sldSz cx="9144000" cy="5143500" type="screen16x9"/>
  <p:notesSz cx="6858000" cy="9144000"/>
  <p:embeddedFontLst>
    <p:embeddedFont>
      <p:font typeface="Cambria" panose="02040503050406030204" pitchFamily="18" charset="0"/>
      <p:regular r:id="rId17"/>
      <p:bold r:id="rId18"/>
      <p:italic r:id="rId19"/>
      <p:boldItalic r:id="rId20"/>
    </p:embeddedFont>
    <p:embeddedFont>
      <p:font typeface="IBM Plex Sans" panose="020B0503050203000203" pitchFamily="34" charset="0"/>
      <p:regular r:id="rId21"/>
      <p:bold r:id="rId22"/>
      <p:italic r:id="rId23"/>
      <p:boldItalic r:id="rId24"/>
    </p:embeddedFont>
    <p:embeddedFont>
      <p:font typeface="IBM Plex Sans Medium" panose="020B0603050203000203" pitchFamily="34" charset="0"/>
      <p:regular r:id="rId25"/>
      <p:bold r:id="rId26"/>
      <p:italic r:id="rId27"/>
      <p:boldItalic r:id="rId28"/>
    </p:embeddedFont>
    <p:embeddedFont>
      <p:font typeface="IBM Plex Sans SemiBold" panose="020B0703050203000203" pitchFamily="34" charset="0"/>
      <p:regular r:id="rId29"/>
      <p:bold r:id="rId30"/>
      <p:italic r:id="rId31"/>
      <p:boldItalic r:id="rId32"/>
    </p:embeddedFont>
    <p:embeddedFont>
      <p:font typeface="Pathway Extreme" panose="020B060402020202020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orient="horz" pos="1720" userDrawn="1">
          <p15:clr>
            <a:srgbClr val="A4A3A4"/>
          </p15:clr>
        </p15:guide>
        <p15:guide id="3"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969" autoAdjust="0"/>
  </p:normalViewPr>
  <p:slideViewPr>
    <p:cSldViewPr snapToGrid="0">
      <p:cViewPr varScale="1">
        <p:scale>
          <a:sx n="91" d="100"/>
          <a:sy n="91" d="100"/>
        </p:scale>
        <p:origin x="786" y="72"/>
      </p:cViewPr>
      <p:guideLst>
        <p:guide orient="horz" pos="1620"/>
        <p:guide orient="horz" pos="17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theme" Target="theme/theme1.xml"/><Relationship Id="rId21" Type="http://schemas.openxmlformats.org/officeDocument/2006/relationships/font" Target="fonts/font5.fntdata"/><Relationship Id="rId34" Type="http://schemas.openxmlformats.org/officeDocument/2006/relationships/font" Target="fonts/font1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654e59f430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654e59f430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abe0c43967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abe0c43967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2654e59f430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2654e59f430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abe0c43967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abe0c43967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p:cSld name="CUSTOM">
    <p:spTree>
      <p:nvGrpSpPr>
        <p:cNvPr id="1" name="Shape 9"/>
        <p:cNvGrpSpPr/>
        <p:nvPr/>
      </p:nvGrpSpPr>
      <p:grpSpPr>
        <a:xfrm>
          <a:off x="0" y="0"/>
          <a:ext cx="0" cy="0"/>
          <a:chOff x="0" y="0"/>
          <a:chExt cx="0" cy="0"/>
        </a:xfrm>
      </p:grpSpPr>
      <p:sp>
        <p:nvSpPr>
          <p:cNvPr id="10" name="Google Shape;10;p2"/>
          <p:cNvSpPr/>
          <p:nvPr/>
        </p:nvSpPr>
        <p:spPr>
          <a:xfrm>
            <a:off x="6936150" y="-29300"/>
            <a:ext cx="2208000" cy="51729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11" name="Google Shape;11;p2"/>
          <p:cNvSpPr txBox="1">
            <a:spLocks noGrp="1"/>
          </p:cNvSpPr>
          <p:nvPr>
            <p:ph type="title"/>
          </p:nvPr>
        </p:nvSpPr>
        <p:spPr>
          <a:xfrm>
            <a:off x="460200" y="2146500"/>
            <a:ext cx="3000000" cy="850500"/>
          </a:xfrm>
          <a:prstGeom prst="rect">
            <a:avLst/>
          </a:prstGeom>
        </p:spPr>
        <p:txBody>
          <a:bodyPr spcFirstLastPara="1" wrap="square" lIns="0" tIns="0" rIns="0" bIns="0" anchor="ctr" anchorCtr="0">
            <a:noAutofit/>
          </a:bodyPr>
          <a:lstStyle>
            <a:lvl1pPr lvl="0">
              <a:spcBef>
                <a:spcPts val="0"/>
              </a:spcBef>
              <a:spcAft>
                <a:spcPts val="0"/>
              </a:spcAft>
              <a:buClr>
                <a:schemeClr val="accent4"/>
              </a:buClr>
              <a:buSzPts val="2800"/>
              <a:buNone/>
              <a:defRPr>
                <a:solidFill>
                  <a:schemeClr val="accent4"/>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2" name="Google Shape;12;p2"/>
          <p:cNvSpPr>
            <a:spLocks noGrp="1"/>
          </p:cNvSpPr>
          <p:nvPr>
            <p:ph type="pic" idx="2"/>
          </p:nvPr>
        </p:nvSpPr>
        <p:spPr>
          <a:xfrm>
            <a:off x="4635475" y="505500"/>
            <a:ext cx="4567200" cy="4132500"/>
          </a:xfrm>
          <a:prstGeom prst="round2DiagRect">
            <a:avLst>
              <a:gd name="adj1" fmla="val 16667"/>
              <a:gd name="adj2" fmla="val 0"/>
            </a:avLst>
          </a:prstGeom>
          <a:noFill/>
          <a:ln>
            <a:noFill/>
          </a:ln>
        </p:spPr>
      </p:sp>
      <p:pic>
        <p:nvPicPr>
          <p:cNvPr id="13" name="Google Shape;13;p2"/>
          <p:cNvPicPr preferRelativeResize="0"/>
          <p:nvPr/>
        </p:nvPicPr>
        <p:blipFill>
          <a:blip r:embed="rId2">
            <a:alphaModFix/>
          </a:blip>
          <a:stretch>
            <a:fillRect/>
          </a:stretch>
        </p:blipFill>
        <p:spPr>
          <a:xfrm>
            <a:off x="-235075" y="4638000"/>
            <a:ext cx="1841700" cy="1841700"/>
          </a:xfrm>
          <a:prstGeom prst="rect">
            <a:avLst/>
          </a:prstGeom>
          <a:noFill/>
          <a:ln>
            <a:noFill/>
          </a:ln>
        </p:spPr>
      </p:pic>
      <p:pic>
        <p:nvPicPr>
          <p:cNvPr id="14" name="Google Shape;14;p2"/>
          <p:cNvPicPr preferRelativeResize="0"/>
          <p:nvPr/>
        </p:nvPicPr>
        <p:blipFill>
          <a:blip r:embed="rId3">
            <a:alphaModFix/>
          </a:blip>
          <a:stretch>
            <a:fillRect/>
          </a:stretch>
        </p:blipFill>
        <p:spPr>
          <a:xfrm>
            <a:off x="4414425" y="-138200"/>
            <a:ext cx="557950" cy="5579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p:cSld name="CUSTOM_1">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311700" y="445025"/>
            <a:ext cx="3878100" cy="864600"/>
          </a:xfrm>
          <a:prstGeom prst="rect">
            <a:avLst/>
          </a:prstGeom>
        </p:spPr>
        <p:txBody>
          <a:bodyPr spcFirstLastPara="1" wrap="square" lIns="0" tIns="0" rIns="0" bIns="0" anchor="b"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 name="Google Shape;17;p3"/>
          <p:cNvSpPr>
            <a:spLocks noGrp="1"/>
          </p:cNvSpPr>
          <p:nvPr>
            <p:ph type="pic" idx="2"/>
          </p:nvPr>
        </p:nvSpPr>
        <p:spPr>
          <a:xfrm rot="5400000">
            <a:off x="4476475" y="-4431125"/>
            <a:ext cx="9370800" cy="8731800"/>
          </a:xfrm>
          <a:prstGeom prst="pie">
            <a:avLst>
              <a:gd name="adj1" fmla="val 0"/>
              <a:gd name="adj2" fmla="val 5389389"/>
            </a:avLst>
          </a:prstGeom>
          <a:noFill/>
          <a:ln>
            <a:noFill/>
          </a:ln>
        </p:spPr>
      </p:sp>
      <p:sp>
        <p:nvSpPr>
          <p:cNvPr id="18" name="Google Shape;18;p3"/>
          <p:cNvSpPr txBox="1">
            <a:spLocks noGrp="1"/>
          </p:cNvSpPr>
          <p:nvPr>
            <p:ph type="subTitle" idx="1"/>
          </p:nvPr>
        </p:nvSpPr>
        <p:spPr>
          <a:xfrm>
            <a:off x="351125" y="1669675"/>
            <a:ext cx="3664200" cy="313800"/>
          </a:xfrm>
          <a:prstGeom prst="rect">
            <a:avLst/>
          </a:prstGeom>
        </p:spPr>
        <p:txBody>
          <a:bodyPr spcFirstLastPara="1" wrap="square" lIns="0" tIns="0" rIns="0" bIns="0" anchor="t" anchorCtr="0">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9" name="Google Shape;19;p3"/>
          <p:cNvCxnSpPr/>
          <p:nvPr/>
        </p:nvCxnSpPr>
        <p:spPr>
          <a:xfrm>
            <a:off x="346315" y="2108625"/>
            <a:ext cx="3915600" cy="0"/>
          </a:xfrm>
          <a:prstGeom prst="straightConnector1">
            <a:avLst/>
          </a:prstGeom>
          <a:noFill/>
          <a:ln w="9525" cap="flat" cmpd="sng">
            <a:solidFill>
              <a:schemeClr val="accent5"/>
            </a:solidFill>
            <a:prstDash val="solid"/>
            <a:round/>
            <a:headEnd type="none" w="med" len="med"/>
            <a:tailEnd type="none" w="med" len="med"/>
          </a:ln>
        </p:spPr>
      </p:cxnSp>
      <p:sp>
        <p:nvSpPr>
          <p:cNvPr id="20" name="Google Shape;20;p3"/>
          <p:cNvSpPr txBox="1">
            <a:spLocks noGrp="1"/>
          </p:cNvSpPr>
          <p:nvPr>
            <p:ph type="subTitle" idx="3"/>
          </p:nvPr>
        </p:nvSpPr>
        <p:spPr>
          <a:xfrm>
            <a:off x="351125" y="2326019"/>
            <a:ext cx="3664200" cy="313800"/>
          </a:xfrm>
          <a:prstGeom prst="rect">
            <a:avLst/>
          </a:prstGeom>
        </p:spPr>
        <p:txBody>
          <a:bodyPr spcFirstLastPara="1" wrap="square" lIns="0" tIns="0" rIns="0" bIns="0" anchor="t" anchorCtr="0">
            <a:noAutofit/>
          </a:bodyPr>
          <a:lstStyle>
            <a:lvl1pPr lvl="0" rtl="0">
              <a:spcBef>
                <a:spcPts val="0"/>
              </a:spcBef>
              <a:spcAft>
                <a:spcPts val="0"/>
              </a:spcAft>
              <a:buSzPts val="1800"/>
              <a:buNone/>
              <a:defRPr sz="18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21" name="Google Shape;21;p3"/>
          <p:cNvCxnSpPr/>
          <p:nvPr/>
        </p:nvCxnSpPr>
        <p:spPr>
          <a:xfrm>
            <a:off x="346315" y="2764970"/>
            <a:ext cx="3915600" cy="0"/>
          </a:xfrm>
          <a:prstGeom prst="straightConnector1">
            <a:avLst/>
          </a:prstGeom>
          <a:noFill/>
          <a:ln w="9525" cap="flat" cmpd="sng">
            <a:solidFill>
              <a:schemeClr val="accent5"/>
            </a:solidFill>
            <a:prstDash val="solid"/>
            <a:round/>
            <a:headEnd type="none" w="med" len="med"/>
            <a:tailEnd type="none" w="med" len="med"/>
          </a:ln>
        </p:spPr>
      </p:cxnSp>
      <p:sp>
        <p:nvSpPr>
          <p:cNvPr id="22" name="Google Shape;22;p3"/>
          <p:cNvSpPr txBox="1">
            <a:spLocks noGrp="1"/>
          </p:cNvSpPr>
          <p:nvPr>
            <p:ph type="subTitle" idx="4"/>
          </p:nvPr>
        </p:nvSpPr>
        <p:spPr>
          <a:xfrm>
            <a:off x="311700" y="2942674"/>
            <a:ext cx="3664200" cy="313800"/>
          </a:xfrm>
          <a:prstGeom prst="rect">
            <a:avLst/>
          </a:prstGeom>
        </p:spPr>
        <p:txBody>
          <a:bodyPr spcFirstLastPara="1" wrap="square" lIns="0" tIns="0" rIns="0" bIns="0" anchor="t" anchorCtr="0">
            <a:noAutofit/>
          </a:bodyPr>
          <a:lstStyle>
            <a:lvl1pPr lvl="0" rtl="0">
              <a:spcBef>
                <a:spcPts val="0"/>
              </a:spcBef>
              <a:spcAft>
                <a:spcPts val="0"/>
              </a:spcAft>
              <a:buSzPts val="1800"/>
              <a:buNone/>
              <a:defRPr sz="18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23" name="Google Shape;23;p3"/>
          <p:cNvCxnSpPr/>
          <p:nvPr/>
        </p:nvCxnSpPr>
        <p:spPr>
          <a:xfrm>
            <a:off x="311700" y="3457825"/>
            <a:ext cx="3915600" cy="0"/>
          </a:xfrm>
          <a:prstGeom prst="straightConnector1">
            <a:avLst/>
          </a:prstGeom>
          <a:noFill/>
          <a:ln w="9525" cap="flat" cmpd="sng">
            <a:solidFill>
              <a:schemeClr val="accent5"/>
            </a:solidFill>
            <a:prstDash val="solid"/>
            <a:round/>
            <a:headEnd type="none" w="med" len="med"/>
            <a:tailEnd type="none" w="med" len="med"/>
          </a:ln>
        </p:spPr>
      </p:cxnSp>
      <p:sp>
        <p:nvSpPr>
          <p:cNvPr id="24" name="Google Shape;24;p3"/>
          <p:cNvSpPr txBox="1">
            <a:spLocks noGrp="1"/>
          </p:cNvSpPr>
          <p:nvPr>
            <p:ph type="subTitle" idx="5"/>
          </p:nvPr>
        </p:nvSpPr>
        <p:spPr>
          <a:xfrm>
            <a:off x="311700" y="3635524"/>
            <a:ext cx="3664200" cy="313800"/>
          </a:xfrm>
          <a:prstGeom prst="rect">
            <a:avLst/>
          </a:prstGeom>
        </p:spPr>
        <p:txBody>
          <a:bodyPr spcFirstLastPara="1" wrap="square" lIns="0" tIns="0" rIns="0" bIns="0" anchor="t" anchorCtr="0">
            <a:noAutofit/>
          </a:bodyPr>
          <a:lstStyle>
            <a:lvl1pPr lvl="0" rtl="0">
              <a:spcBef>
                <a:spcPts val="0"/>
              </a:spcBef>
              <a:spcAft>
                <a:spcPts val="0"/>
              </a:spcAft>
              <a:buSzPts val="1800"/>
              <a:buNone/>
              <a:defRPr sz="18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25" name="Google Shape;25;p3"/>
          <p:cNvCxnSpPr/>
          <p:nvPr/>
        </p:nvCxnSpPr>
        <p:spPr>
          <a:xfrm>
            <a:off x="311700" y="4150675"/>
            <a:ext cx="3915600" cy="0"/>
          </a:xfrm>
          <a:prstGeom prst="straightConnector1">
            <a:avLst/>
          </a:prstGeom>
          <a:noFill/>
          <a:ln w="9525" cap="flat" cmpd="sng">
            <a:solidFill>
              <a:schemeClr val="accent5"/>
            </a:solidFill>
            <a:prstDash val="solid"/>
            <a:round/>
            <a:headEnd type="none" w="med" len="med"/>
            <a:tailEnd type="none" w="med" len="med"/>
          </a:ln>
        </p:spPr>
      </p:cxnSp>
      <p:sp>
        <p:nvSpPr>
          <p:cNvPr id="26" name="Google Shape;26;p3"/>
          <p:cNvSpPr txBox="1">
            <a:spLocks noGrp="1"/>
          </p:cNvSpPr>
          <p:nvPr>
            <p:ph type="subTitle" idx="6"/>
          </p:nvPr>
        </p:nvSpPr>
        <p:spPr>
          <a:xfrm>
            <a:off x="311700" y="4352024"/>
            <a:ext cx="3664200" cy="313800"/>
          </a:xfrm>
          <a:prstGeom prst="rect">
            <a:avLst/>
          </a:prstGeom>
        </p:spPr>
        <p:txBody>
          <a:bodyPr spcFirstLastPara="1" wrap="square" lIns="0" tIns="0" rIns="0" bIns="0" anchor="t" anchorCtr="0">
            <a:noAutofit/>
          </a:bodyPr>
          <a:lstStyle>
            <a:lvl1pPr lvl="0" rtl="0">
              <a:spcBef>
                <a:spcPts val="0"/>
              </a:spcBef>
              <a:spcAft>
                <a:spcPts val="0"/>
              </a:spcAft>
              <a:buSzPts val="1800"/>
              <a:buNone/>
              <a:defRPr sz="18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27" name="Google Shape;27;p3"/>
          <p:cNvPicPr preferRelativeResize="0"/>
          <p:nvPr/>
        </p:nvPicPr>
        <p:blipFill>
          <a:blip r:embed="rId2">
            <a:alphaModFix/>
          </a:blip>
          <a:stretch>
            <a:fillRect/>
          </a:stretch>
        </p:blipFill>
        <p:spPr>
          <a:xfrm>
            <a:off x="4795975" y="4665825"/>
            <a:ext cx="1052975" cy="10529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verview">
  <p:cSld name="CUSTOM_2">
    <p:spTree>
      <p:nvGrpSpPr>
        <p:cNvPr id="1" name="Shape 28"/>
        <p:cNvGrpSpPr/>
        <p:nvPr/>
      </p:nvGrpSpPr>
      <p:grpSpPr>
        <a:xfrm>
          <a:off x="0" y="0"/>
          <a:ext cx="0" cy="0"/>
          <a:chOff x="0" y="0"/>
          <a:chExt cx="0" cy="0"/>
        </a:xfrm>
      </p:grpSpPr>
      <p:sp>
        <p:nvSpPr>
          <p:cNvPr id="29" name="Google Shape;29;p4"/>
          <p:cNvSpPr/>
          <p:nvPr/>
        </p:nvSpPr>
        <p:spPr>
          <a:xfrm>
            <a:off x="-15925" y="2726525"/>
            <a:ext cx="9144000" cy="2417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30" name="Google Shape;30;p4"/>
          <p:cNvSpPr>
            <a:spLocks noGrp="1"/>
          </p:cNvSpPr>
          <p:nvPr>
            <p:ph type="pic" idx="2"/>
          </p:nvPr>
        </p:nvSpPr>
        <p:spPr>
          <a:xfrm>
            <a:off x="4413325" y="0"/>
            <a:ext cx="4730700" cy="2726400"/>
          </a:xfrm>
          <a:prstGeom prst="round2DiagRect">
            <a:avLst>
              <a:gd name="adj1" fmla="val 27800"/>
              <a:gd name="adj2" fmla="val 0"/>
            </a:avLst>
          </a:prstGeom>
          <a:noFill/>
          <a:ln>
            <a:noFill/>
          </a:ln>
        </p:spPr>
      </p:sp>
      <p:sp>
        <p:nvSpPr>
          <p:cNvPr id="31" name="Google Shape;31;p4"/>
          <p:cNvSpPr txBox="1">
            <a:spLocks noGrp="1"/>
          </p:cNvSpPr>
          <p:nvPr>
            <p:ph type="title"/>
          </p:nvPr>
        </p:nvSpPr>
        <p:spPr>
          <a:xfrm>
            <a:off x="430900" y="800131"/>
            <a:ext cx="3560400" cy="448200"/>
          </a:xfrm>
          <a:prstGeom prst="rect">
            <a:avLst/>
          </a:prstGeom>
        </p:spPr>
        <p:txBody>
          <a:bodyPr spcFirstLastPara="1" wrap="square" lIns="0" tIns="0" rIns="0" bIns="0"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2" name="Google Shape;32;p4"/>
          <p:cNvSpPr txBox="1">
            <a:spLocks noGrp="1"/>
          </p:cNvSpPr>
          <p:nvPr>
            <p:ph type="body" idx="1"/>
          </p:nvPr>
        </p:nvSpPr>
        <p:spPr>
          <a:xfrm>
            <a:off x="430925" y="1506921"/>
            <a:ext cx="3560400" cy="10086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3" name="Google Shape;33;p4"/>
          <p:cNvSpPr txBox="1">
            <a:spLocks noGrp="1"/>
          </p:cNvSpPr>
          <p:nvPr>
            <p:ph type="subTitle" idx="3"/>
          </p:nvPr>
        </p:nvSpPr>
        <p:spPr>
          <a:xfrm>
            <a:off x="430900" y="3354139"/>
            <a:ext cx="2026200" cy="288900"/>
          </a:xfrm>
          <a:prstGeom prst="rect">
            <a:avLst/>
          </a:prstGeom>
        </p:spPr>
        <p:txBody>
          <a:bodyPr spcFirstLastPara="1" wrap="square" lIns="0" tIns="0" rIns="0" bIns="0" anchor="b" anchorCtr="0">
            <a:noAutofit/>
          </a:bodyPr>
          <a:lstStyle>
            <a:lvl1pPr lvl="0" rtl="0">
              <a:spcBef>
                <a:spcPts val="0"/>
              </a:spcBef>
              <a:spcAft>
                <a:spcPts val="0"/>
              </a:spcAft>
              <a:buSzPts val="1600"/>
              <a:buFont typeface="IBM Plex Sans SemiBold"/>
              <a:buNone/>
              <a:defRPr sz="1600">
                <a:latin typeface="IBM Plex Sans SemiBold"/>
                <a:ea typeface="IBM Plex Sans SemiBold"/>
                <a:cs typeface="IBM Plex Sans SemiBold"/>
                <a:sym typeface="IBM Plex Sans Semi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 name="Google Shape;34;p4"/>
          <p:cNvSpPr txBox="1">
            <a:spLocks noGrp="1"/>
          </p:cNvSpPr>
          <p:nvPr>
            <p:ph type="body" idx="4"/>
          </p:nvPr>
        </p:nvSpPr>
        <p:spPr>
          <a:xfrm>
            <a:off x="430900" y="3757564"/>
            <a:ext cx="2025900" cy="582600"/>
          </a:xfrm>
          <a:prstGeom prst="rect">
            <a:avLst/>
          </a:prstGeom>
        </p:spPr>
        <p:txBody>
          <a:bodyPr spcFirstLastPara="1" wrap="square" lIns="0" tIns="0" rIns="0" bIns="0"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35" name="Google Shape;35;p4"/>
          <p:cNvSpPr txBox="1">
            <a:spLocks noGrp="1"/>
          </p:cNvSpPr>
          <p:nvPr>
            <p:ph type="subTitle" idx="5"/>
          </p:nvPr>
        </p:nvSpPr>
        <p:spPr>
          <a:xfrm>
            <a:off x="6584050" y="3354127"/>
            <a:ext cx="2026200" cy="288900"/>
          </a:xfrm>
          <a:prstGeom prst="rect">
            <a:avLst/>
          </a:prstGeom>
        </p:spPr>
        <p:txBody>
          <a:bodyPr spcFirstLastPara="1" wrap="square" lIns="0" tIns="0" rIns="0" bIns="0" anchor="b" anchorCtr="0">
            <a:noAutofit/>
          </a:bodyPr>
          <a:lstStyle>
            <a:lvl1pPr lvl="0" rtl="0">
              <a:spcBef>
                <a:spcPts val="0"/>
              </a:spcBef>
              <a:spcAft>
                <a:spcPts val="0"/>
              </a:spcAft>
              <a:buSzPts val="1600"/>
              <a:buFont typeface="IBM Plex Sans SemiBold"/>
              <a:buNone/>
              <a:defRPr sz="1600">
                <a:latin typeface="IBM Plex Sans SemiBold"/>
                <a:ea typeface="IBM Plex Sans SemiBold"/>
                <a:cs typeface="IBM Plex Sans SemiBold"/>
                <a:sym typeface="IBM Plex Sans Semi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6" name="Google Shape;36;p4"/>
          <p:cNvSpPr txBox="1">
            <a:spLocks noGrp="1"/>
          </p:cNvSpPr>
          <p:nvPr>
            <p:ph type="body" idx="6"/>
          </p:nvPr>
        </p:nvSpPr>
        <p:spPr>
          <a:xfrm>
            <a:off x="6584050" y="3757552"/>
            <a:ext cx="2025900" cy="582600"/>
          </a:xfrm>
          <a:prstGeom prst="rect">
            <a:avLst/>
          </a:prstGeom>
        </p:spPr>
        <p:txBody>
          <a:bodyPr spcFirstLastPara="1" wrap="square" lIns="0" tIns="0" rIns="0" bIns="0"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37" name="Google Shape;37;p4"/>
          <p:cNvSpPr txBox="1">
            <a:spLocks noGrp="1"/>
          </p:cNvSpPr>
          <p:nvPr>
            <p:ph type="subTitle" idx="7"/>
          </p:nvPr>
        </p:nvSpPr>
        <p:spPr>
          <a:xfrm>
            <a:off x="3507475" y="3354139"/>
            <a:ext cx="2026200" cy="288900"/>
          </a:xfrm>
          <a:prstGeom prst="rect">
            <a:avLst/>
          </a:prstGeom>
        </p:spPr>
        <p:txBody>
          <a:bodyPr spcFirstLastPara="1" wrap="square" lIns="0" tIns="0" rIns="0" bIns="0" anchor="b" anchorCtr="0">
            <a:noAutofit/>
          </a:bodyPr>
          <a:lstStyle>
            <a:lvl1pPr lvl="0" rtl="0">
              <a:spcBef>
                <a:spcPts val="0"/>
              </a:spcBef>
              <a:spcAft>
                <a:spcPts val="0"/>
              </a:spcAft>
              <a:buSzPts val="1600"/>
              <a:buFont typeface="IBM Plex Sans SemiBold"/>
              <a:buNone/>
              <a:defRPr sz="1600">
                <a:latin typeface="IBM Plex Sans SemiBold"/>
                <a:ea typeface="IBM Plex Sans SemiBold"/>
                <a:cs typeface="IBM Plex Sans SemiBold"/>
                <a:sym typeface="IBM Plex Sans Semi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 name="Google Shape;38;p4"/>
          <p:cNvSpPr txBox="1">
            <a:spLocks noGrp="1"/>
          </p:cNvSpPr>
          <p:nvPr>
            <p:ph type="body" idx="8"/>
          </p:nvPr>
        </p:nvSpPr>
        <p:spPr>
          <a:xfrm>
            <a:off x="3507475" y="3757564"/>
            <a:ext cx="2025900" cy="582600"/>
          </a:xfrm>
          <a:prstGeom prst="rect">
            <a:avLst/>
          </a:prstGeom>
        </p:spPr>
        <p:txBody>
          <a:bodyPr spcFirstLastPara="1" wrap="square" lIns="0" tIns="0" rIns="0" bIns="0"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with 3 metrics and image">
  <p:cSld name="CUSTOM_5">
    <p:spTree>
      <p:nvGrpSpPr>
        <p:cNvPr id="1" name="Shape 44"/>
        <p:cNvGrpSpPr/>
        <p:nvPr/>
      </p:nvGrpSpPr>
      <p:grpSpPr>
        <a:xfrm>
          <a:off x="0" y="0"/>
          <a:ext cx="0" cy="0"/>
          <a:chOff x="0" y="0"/>
          <a:chExt cx="0" cy="0"/>
        </a:xfrm>
      </p:grpSpPr>
      <p:sp>
        <p:nvSpPr>
          <p:cNvPr id="45" name="Google Shape;45;p6"/>
          <p:cNvSpPr/>
          <p:nvPr/>
        </p:nvSpPr>
        <p:spPr>
          <a:xfrm>
            <a:off x="-13225" y="277825"/>
            <a:ext cx="9223500" cy="2024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46" name="Google Shape;46;p6"/>
          <p:cNvSpPr txBox="1">
            <a:spLocks noGrp="1"/>
          </p:cNvSpPr>
          <p:nvPr>
            <p:ph type="title"/>
          </p:nvPr>
        </p:nvSpPr>
        <p:spPr>
          <a:xfrm>
            <a:off x="311700" y="2746900"/>
            <a:ext cx="3524700" cy="19362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7" name="Google Shape;47;p6"/>
          <p:cNvSpPr>
            <a:spLocks noGrp="1"/>
          </p:cNvSpPr>
          <p:nvPr>
            <p:ph type="pic" idx="2"/>
          </p:nvPr>
        </p:nvSpPr>
        <p:spPr>
          <a:xfrm rot="10800000" flipH="1">
            <a:off x="-72750" y="-27869"/>
            <a:ext cx="9223500" cy="2341500"/>
          </a:xfrm>
          <a:prstGeom prst="round1Rect">
            <a:avLst>
              <a:gd name="adj" fmla="val 50000"/>
            </a:avLst>
          </a:prstGeom>
          <a:noFill/>
          <a:ln>
            <a:noFill/>
          </a:ln>
        </p:spPr>
      </p:sp>
      <p:cxnSp>
        <p:nvCxnSpPr>
          <p:cNvPr id="48" name="Google Shape;48;p6"/>
          <p:cNvCxnSpPr/>
          <p:nvPr/>
        </p:nvCxnSpPr>
        <p:spPr>
          <a:xfrm>
            <a:off x="4254500" y="2667000"/>
            <a:ext cx="0" cy="2000400"/>
          </a:xfrm>
          <a:prstGeom prst="straightConnector1">
            <a:avLst/>
          </a:prstGeom>
          <a:noFill/>
          <a:ln w="19050" cap="flat" cmpd="sng">
            <a:solidFill>
              <a:schemeClr val="accent4"/>
            </a:solidFill>
            <a:prstDash val="solid"/>
            <a:round/>
            <a:headEnd type="none" w="med" len="med"/>
            <a:tailEnd type="none" w="med" len="med"/>
          </a:ln>
        </p:spPr>
      </p:cxnSp>
      <p:sp>
        <p:nvSpPr>
          <p:cNvPr id="49" name="Google Shape;49;p6"/>
          <p:cNvSpPr txBox="1">
            <a:spLocks noGrp="1"/>
          </p:cNvSpPr>
          <p:nvPr>
            <p:ph type="subTitle" idx="1"/>
          </p:nvPr>
        </p:nvSpPr>
        <p:spPr>
          <a:xfrm>
            <a:off x="4521200" y="2655100"/>
            <a:ext cx="762000" cy="702600"/>
          </a:xfrm>
          <a:prstGeom prst="rect">
            <a:avLst/>
          </a:prstGeom>
        </p:spPr>
        <p:txBody>
          <a:bodyPr spcFirstLastPara="1" wrap="square" lIns="0" tIns="0" rIns="0" bIns="0" anchor="ctr" anchorCtr="0">
            <a:noAutofit/>
          </a:bodyPr>
          <a:lstStyle>
            <a:lvl1pPr lvl="0" algn="r">
              <a:spcBef>
                <a:spcPts val="0"/>
              </a:spcBef>
              <a:spcAft>
                <a:spcPts val="0"/>
              </a:spcAft>
              <a:buClr>
                <a:schemeClr val="accent5"/>
              </a:buClr>
              <a:buSzPts val="2200"/>
              <a:buNone/>
              <a:defRPr sz="2200" b="1">
                <a:solidFill>
                  <a:schemeClr val="accent5"/>
                </a:solidFill>
              </a:defRPr>
            </a:lvl1pPr>
            <a:lvl2pPr lvl="1" algn="r">
              <a:spcBef>
                <a:spcPts val="0"/>
              </a:spcBef>
              <a:spcAft>
                <a:spcPts val="0"/>
              </a:spcAft>
              <a:buClr>
                <a:schemeClr val="accent5"/>
              </a:buClr>
              <a:buSzPts val="1400"/>
              <a:buNone/>
              <a:defRPr>
                <a:solidFill>
                  <a:schemeClr val="accent5"/>
                </a:solidFill>
              </a:defRPr>
            </a:lvl2pPr>
            <a:lvl3pPr lvl="2" algn="r">
              <a:spcBef>
                <a:spcPts val="0"/>
              </a:spcBef>
              <a:spcAft>
                <a:spcPts val="0"/>
              </a:spcAft>
              <a:buClr>
                <a:schemeClr val="accent5"/>
              </a:buClr>
              <a:buSzPts val="1400"/>
              <a:buNone/>
              <a:defRPr>
                <a:solidFill>
                  <a:schemeClr val="accent5"/>
                </a:solidFill>
              </a:defRPr>
            </a:lvl3pPr>
            <a:lvl4pPr lvl="3" algn="r">
              <a:spcBef>
                <a:spcPts val="0"/>
              </a:spcBef>
              <a:spcAft>
                <a:spcPts val="0"/>
              </a:spcAft>
              <a:buClr>
                <a:schemeClr val="accent5"/>
              </a:buClr>
              <a:buSzPts val="1400"/>
              <a:buNone/>
              <a:defRPr>
                <a:solidFill>
                  <a:schemeClr val="accent5"/>
                </a:solidFill>
              </a:defRPr>
            </a:lvl4pPr>
            <a:lvl5pPr lvl="4" algn="r">
              <a:spcBef>
                <a:spcPts val="0"/>
              </a:spcBef>
              <a:spcAft>
                <a:spcPts val="0"/>
              </a:spcAft>
              <a:buClr>
                <a:schemeClr val="accent5"/>
              </a:buClr>
              <a:buSzPts val="1400"/>
              <a:buNone/>
              <a:defRPr>
                <a:solidFill>
                  <a:schemeClr val="accent5"/>
                </a:solidFill>
              </a:defRPr>
            </a:lvl5pPr>
            <a:lvl6pPr lvl="5" algn="r">
              <a:spcBef>
                <a:spcPts val="0"/>
              </a:spcBef>
              <a:spcAft>
                <a:spcPts val="0"/>
              </a:spcAft>
              <a:buClr>
                <a:schemeClr val="accent5"/>
              </a:buClr>
              <a:buSzPts val="1400"/>
              <a:buNone/>
              <a:defRPr>
                <a:solidFill>
                  <a:schemeClr val="accent5"/>
                </a:solidFill>
              </a:defRPr>
            </a:lvl6pPr>
            <a:lvl7pPr lvl="6" algn="r">
              <a:spcBef>
                <a:spcPts val="0"/>
              </a:spcBef>
              <a:spcAft>
                <a:spcPts val="0"/>
              </a:spcAft>
              <a:buClr>
                <a:schemeClr val="accent5"/>
              </a:buClr>
              <a:buSzPts val="1400"/>
              <a:buNone/>
              <a:defRPr>
                <a:solidFill>
                  <a:schemeClr val="accent5"/>
                </a:solidFill>
              </a:defRPr>
            </a:lvl7pPr>
            <a:lvl8pPr lvl="7" algn="r">
              <a:spcBef>
                <a:spcPts val="0"/>
              </a:spcBef>
              <a:spcAft>
                <a:spcPts val="0"/>
              </a:spcAft>
              <a:buClr>
                <a:schemeClr val="accent5"/>
              </a:buClr>
              <a:buSzPts val="1400"/>
              <a:buNone/>
              <a:defRPr>
                <a:solidFill>
                  <a:schemeClr val="accent5"/>
                </a:solidFill>
              </a:defRPr>
            </a:lvl8pPr>
            <a:lvl9pPr lvl="8" algn="r">
              <a:spcBef>
                <a:spcPts val="0"/>
              </a:spcBef>
              <a:spcAft>
                <a:spcPts val="0"/>
              </a:spcAft>
              <a:buClr>
                <a:schemeClr val="accent5"/>
              </a:buClr>
              <a:buSzPts val="1400"/>
              <a:buNone/>
              <a:defRPr>
                <a:solidFill>
                  <a:schemeClr val="accent5"/>
                </a:solidFill>
              </a:defRPr>
            </a:lvl9pPr>
          </a:lstStyle>
          <a:p>
            <a:endParaRPr/>
          </a:p>
        </p:txBody>
      </p:sp>
      <p:sp>
        <p:nvSpPr>
          <p:cNvPr id="50" name="Google Shape;50;p6"/>
          <p:cNvSpPr txBox="1">
            <a:spLocks noGrp="1"/>
          </p:cNvSpPr>
          <p:nvPr>
            <p:ph type="body" idx="3"/>
          </p:nvPr>
        </p:nvSpPr>
        <p:spPr>
          <a:xfrm>
            <a:off x="5504675" y="2678950"/>
            <a:ext cx="3048000" cy="654900"/>
          </a:xfrm>
          <a:prstGeom prst="rect">
            <a:avLst/>
          </a:prstGeom>
        </p:spPr>
        <p:txBody>
          <a:bodyPr spcFirstLastPara="1" wrap="square" lIns="0" tIns="0" rIns="0" bIns="0" anchor="ctr" anchorCtr="0">
            <a:noAutofit/>
          </a:bodyPr>
          <a:lstStyle>
            <a:lvl1pPr marL="457200" lvl="0" indent="-317500">
              <a:spcBef>
                <a:spcPts val="0"/>
              </a:spcBef>
              <a:spcAft>
                <a:spcPts val="0"/>
              </a:spcAft>
              <a:buClr>
                <a:schemeClr val="lt2"/>
              </a:buClr>
              <a:buSzPts val="1400"/>
              <a:buChar char="●"/>
              <a:defRPr>
                <a:solidFill>
                  <a:schemeClr val="lt2"/>
                </a:solidFill>
              </a:defRPr>
            </a:lvl1pPr>
            <a:lvl2pPr marL="914400" lvl="1" indent="-317500">
              <a:spcBef>
                <a:spcPts val="0"/>
              </a:spcBef>
              <a:spcAft>
                <a:spcPts val="0"/>
              </a:spcAft>
              <a:buClr>
                <a:schemeClr val="lt2"/>
              </a:buClr>
              <a:buSzPts val="1400"/>
              <a:buChar char="○"/>
              <a:defRPr>
                <a:solidFill>
                  <a:schemeClr val="lt2"/>
                </a:solidFill>
              </a:defRPr>
            </a:lvl2pPr>
            <a:lvl3pPr marL="1371600" lvl="2" indent="-317500">
              <a:spcBef>
                <a:spcPts val="0"/>
              </a:spcBef>
              <a:spcAft>
                <a:spcPts val="0"/>
              </a:spcAft>
              <a:buClr>
                <a:schemeClr val="lt2"/>
              </a:buClr>
              <a:buSzPts val="1400"/>
              <a:buChar char="■"/>
              <a:defRPr>
                <a:solidFill>
                  <a:schemeClr val="lt2"/>
                </a:solidFill>
              </a:defRPr>
            </a:lvl3pPr>
            <a:lvl4pPr marL="1828800" lvl="3" indent="-317500">
              <a:spcBef>
                <a:spcPts val="0"/>
              </a:spcBef>
              <a:spcAft>
                <a:spcPts val="0"/>
              </a:spcAft>
              <a:buClr>
                <a:schemeClr val="lt2"/>
              </a:buClr>
              <a:buSzPts val="1400"/>
              <a:buChar char="●"/>
              <a:defRPr>
                <a:solidFill>
                  <a:schemeClr val="lt2"/>
                </a:solidFill>
              </a:defRPr>
            </a:lvl4pPr>
            <a:lvl5pPr marL="2286000" lvl="4" indent="-317500">
              <a:spcBef>
                <a:spcPts val="0"/>
              </a:spcBef>
              <a:spcAft>
                <a:spcPts val="0"/>
              </a:spcAft>
              <a:buClr>
                <a:schemeClr val="lt2"/>
              </a:buClr>
              <a:buSzPts val="1400"/>
              <a:buChar char="○"/>
              <a:defRPr>
                <a:solidFill>
                  <a:schemeClr val="lt2"/>
                </a:solidFill>
              </a:defRPr>
            </a:lvl5pPr>
            <a:lvl6pPr marL="2743200" lvl="5" indent="-317500">
              <a:spcBef>
                <a:spcPts val="0"/>
              </a:spcBef>
              <a:spcAft>
                <a:spcPts val="0"/>
              </a:spcAft>
              <a:buClr>
                <a:schemeClr val="lt2"/>
              </a:buClr>
              <a:buSzPts val="1400"/>
              <a:buChar char="■"/>
              <a:defRPr>
                <a:solidFill>
                  <a:schemeClr val="lt2"/>
                </a:solidFill>
              </a:defRPr>
            </a:lvl6pPr>
            <a:lvl7pPr marL="3200400" lvl="6" indent="-317500">
              <a:spcBef>
                <a:spcPts val="0"/>
              </a:spcBef>
              <a:spcAft>
                <a:spcPts val="0"/>
              </a:spcAft>
              <a:buClr>
                <a:schemeClr val="lt2"/>
              </a:buClr>
              <a:buSzPts val="1400"/>
              <a:buChar char="●"/>
              <a:defRPr>
                <a:solidFill>
                  <a:schemeClr val="lt2"/>
                </a:solidFill>
              </a:defRPr>
            </a:lvl7pPr>
            <a:lvl8pPr marL="3657600" lvl="7" indent="-317500">
              <a:spcBef>
                <a:spcPts val="0"/>
              </a:spcBef>
              <a:spcAft>
                <a:spcPts val="0"/>
              </a:spcAft>
              <a:buClr>
                <a:schemeClr val="lt2"/>
              </a:buClr>
              <a:buSzPts val="1400"/>
              <a:buChar char="○"/>
              <a:defRPr>
                <a:solidFill>
                  <a:schemeClr val="lt2"/>
                </a:solidFill>
              </a:defRPr>
            </a:lvl8pPr>
            <a:lvl9pPr marL="4114800" lvl="8" indent="-317500">
              <a:spcBef>
                <a:spcPts val="0"/>
              </a:spcBef>
              <a:spcAft>
                <a:spcPts val="0"/>
              </a:spcAft>
              <a:buClr>
                <a:schemeClr val="lt2"/>
              </a:buClr>
              <a:buSzPts val="1400"/>
              <a:buChar char="■"/>
              <a:defRPr>
                <a:solidFill>
                  <a:schemeClr val="lt2"/>
                </a:solidFill>
              </a:defRPr>
            </a:lvl9pPr>
          </a:lstStyle>
          <a:p>
            <a:endParaRPr/>
          </a:p>
        </p:txBody>
      </p:sp>
      <p:sp>
        <p:nvSpPr>
          <p:cNvPr id="51" name="Google Shape;51;p6"/>
          <p:cNvSpPr txBox="1">
            <a:spLocks noGrp="1"/>
          </p:cNvSpPr>
          <p:nvPr>
            <p:ph type="subTitle" idx="4"/>
          </p:nvPr>
        </p:nvSpPr>
        <p:spPr>
          <a:xfrm>
            <a:off x="4521200" y="3379900"/>
            <a:ext cx="762000" cy="702600"/>
          </a:xfrm>
          <a:prstGeom prst="rect">
            <a:avLst/>
          </a:prstGeom>
        </p:spPr>
        <p:txBody>
          <a:bodyPr spcFirstLastPara="1" wrap="square" lIns="0" tIns="0" rIns="0" bIns="0" anchor="ctr" anchorCtr="0">
            <a:noAutofit/>
          </a:bodyPr>
          <a:lstStyle>
            <a:lvl1pPr lvl="0" algn="r" rtl="0">
              <a:spcBef>
                <a:spcPts val="0"/>
              </a:spcBef>
              <a:spcAft>
                <a:spcPts val="0"/>
              </a:spcAft>
              <a:buClr>
                <a:schemeClr val="accent5"/>
              </a:buClr>
              <a:buSzPts val="2200"/>
              <a:buNone/>
              <a:defRPr sz="2200" b="1">
                <a:solidFill>
                  <a:schemeClr val="accent5"/>
                </a:solidFill>
              </a:defRPr>
            </a:lvl1pPr>
            <a:lvl2pPr lvl="1" algn="r" rtl="0">
              <a:spcBef>
                <a:spcPts val="0"/>
              </a:spcBef>
              <a:spcAft>
                <a:spcPts val="0"/>
              </a:spcAft>
              <a:buClr>
                <a:schemeClr val="accent5"/>
              </a:buClr>
              <a:buSzPts val="1400"/>
              <a:buNone/>
              <a:defRPr>
                <a:solidFill>
                  <a:schemeClr val="accent5"/>
                </a:solidFill>
              </a:defRPr>
            </a:lvl2pPr>
            <a:lvl3pPr lvl="2" algn="r" rtl="0">
              <a:spcBef>
                <a:spcPts val="0"/>
              </a:spcBef>
              <a:spcAft>
                <a:spcPts val="0"/>
              </a:spcAft>
              <a:buClr>
                <a:schemeClr val="accent5"/>
              </a:buClr>
              <a:buSzPts val="1400"/>
              <a:buNone/>
              <a:defRPr>
                <a:solidFill>
                  <a:schemeClr val="accent5"/>
                </a:solidFill>
              </a:defRPr>
            </a:lvl3pPr>
            <a:lvl4pPr lvl="3" algn="r" rtl="0">
              <a:spcBef>
                <a:spcPts val="0"/>
              </a:spcBef>
              <a:spcAft>
                <a:spcPts val="0"/>
              </a:spcAft>
              <a:buClr>
                <a:schemeClr val="accent5"/>
              </a:buClr>
              <a:buSzPts val="1400"/>
              <a:buNone/>
              <a:defRPr>
                <a:solidFill>
                  <a:schemeClr val="accent5"/>
                </a:solidFill>
              </a:defRPr>
            </a:lvl4pPr>
            <a:lvl5pPr lvl="4" algn="r" rtl="0">
              <a:spcBef>
                <a:spcPts val="0"/>
              </a:spcBef>
              <a:spcAft>
                <a:spcPts val="0"/>
              </a:spcAft>
              <a:buClr>
                <a:schemeClr val="accent5"/>
              </a:buClr>
              <a:buSzPts val="1400"/>
              <a:buNone/>
              <a:defRPr>
                <a:solidFill>
                  <a:schemeClr val="accent5"/>
                </a:solidFill>
              </a:defRPr>
            </a:lvl5pPr>
            <a:lvl6pPr lvl="5" algn="r" rtl="0">
              <a:spcBef>
                <a:spcPts val="0"/>
              </a:spcBef>
              <a:spcAft>
                <a:spcPts val="0"/>
              </a:spcAft>
              <a:buClr>
                <a:schemeClr val="accent5"/>
              </a:buClr>
              <a:buSzPts val="1400"/>
              <a:buNone/>
              <a:defRPr>
                <a:solidFill>
                  <a:schemeClr val="accent5"/>
                </a:solidFill>
              </a:defRPr>
            </a:lvl6pPr>
            <a:lvl7pPr lvl="6" algn="r" rtl="0">
              <a:spcBef>
                <a:spcPts val="0"/>
              </a:spcBef>
              <a:spcAft>
                <a:spcPts val="0"/>
              </a:spcAft>
              <a:buClr>
                <a:schemeClr val="accent5"/>
              </a:buClr>
              <a:buSzPts val="1400"/>
              <a:buNone/>
              <a:defRPr>
                <a:solidFill>
                  <a:schemeClr val="accent5"/>
                </a:solidFill>
              </a:defRPr>
            </a:lvl7pPr>
            <a:lvl8pPr lvl="7" algn="r" rtl="0">
              <a:spcBef>
                <a:spcPts val="0"/>
              </a:spcBef>
              <a:spcAft>
                <a:spcPts val="0"/>
              </a:spcAft>
              <a:buClr>
                <a:schemeClr val="accent5"/>
              </a:buClr>
              <a:buSzPts val="1400"/>
              <a:buNone/>
              <a:defRPr>
                <a:solidFill>
                  <a:schemeClr val="accent5"/>
                </a:solidFill>
              </a:defRPr>
            </a:lvl8pPr>
            <a:lvl9pPr lvl="8" algn="r" rtl="0">
              <a:spcBef>
                <a:spcPts val="0"/>
              </a:spcBef>
              <a:spcAft>
                <a:spcPts val="0"/>
              </a:spcAft>
              <a:buClr>
                <a:schemeClr val="accent5"/>
              </a:buClr>
              <a:buSzPts val="1400"/>
              <a:buNone/>
              <a:defRPr>
                <a:solidFill>
                  <a:schemeClr val="accent5"/>
                </a:solidFill>
              </a:defRPr>
            </a:lvl9pPr>
          </a:lstStyle>
          <a:p>
            <a:endParaRPr/>
          </a:p>
        </p:txBody>
      </p:sp>
      <p:sp>
        <p:nvSpPr>
          <p:cNvPr id="52" name="Google Shape;52;p6"/>
          <p:cNvSpPr txBox="1">
            <a:spLocks noGrp="1"/>
          </p:cNvSpPr>
          <p:nvPr>
            <p:ph type="body" idx="5"/>
          </p:nvPr>
        </p:nvSpPr>
        <p:spPr>
          <a:xfrm>
            <a:off x="5504675" y="3403750"/>
            <a:ext cx="3048000" cy="654900"/>
          </a:xfrm>
          <a:prstGeom prst="rect">
            <a:avLst/>
          </a:prstGeom>
        </p:spPr>
        <p:txBody>
          <a:bodyPr spcFirstLastPara="1" wrap="square" lIns="0" tIns="0" rIns="0" bIns="0" anchor="ctr" anchorCtr="0">
            <a:noAutofit/>
          </a:bodyPr>
          <a:lstStyle>
            <a:lvl1pPr marL="457200" lvl="0" indent="-317500" rtl="0">
              <a:spcBef>
                <a:spcPts val="0"/>
              </a:spcBef>
              <a:spcAft>
                <a:spcPts val="0"/>
              </a:spcAft>
              <a:buClr>
                <a:schemeClr val="lt2"/>
              </a:buClr>
              <a:buSzPts val="1400"/>
              <a:buChar char="●"/>
              <a:defRPr>
                <a:solidFill>
                  <a:schemeClr val="lt2"/>
                </a:solidFill>
              </a:defRPr>
            </a:lvl1pPr>
            <a:lvl2pPr marL="914400" lvl="1" indent="-317500" rtl="0">
              <a:spcBef>
                <a:spcPts val="0"/>
              </a:spcBef>
              <a:spcAft>
                <a:spcPts val="0"/>
              </a:spcAft>
              <a:buClr>
                <a:schemeClr val="lt2"/>
              </a:buClr>
              <a:buSzPts val="1400"/>
              <a:buChar char="○"/>
              <a:defRPr>
                <a:solidFill>
                  <a:schemeClr val="lt2"/>
                </a:solidFill>
              </a:defRPr>
            </a:lvl2pPr>
            <a:lvl3pPr marL="1371600" lvl="2" indent="-317500" rtl="0">
              <a:spcBef>
                <a:spcPts val="0"/>
              </a:spcBef>
              <a:spcAft>
                <a:spcPts val="0"/>
              </a:spcAft>
              <a:buClr>
                <a:schemeClr val="lt2"/>
              </a:buClr>
              <a:buSzPts val="1400"/>
              <a:buChar char="■"/>
              <a:defRPr>
                <a:solidFill>
                  <a:schemeClr val="lt2"/>
                </a:solidFill>
              </a:defRPr>
            </a:lvl3pPr>
            <a:lvl4pPr marL="1828800" lvl="3" indent="-317500" rtl="0">
              <a:spcBef>
                <a:spcPts val="0"/>
              </a:spcBef>
              <a:spcAft>
                <a:spcPts val="0"/>
              </a:spcAft>
              <a:buClr>
                <a:schemeClr val="lt2"/>
              </a:buClr>
              <a:buSzPts val="1400"/>
              <a:buChar char="●"/>
              <a:defRPr>
                <a:solidFill>
                  <a:schemeClr val="lt2"/>
                </a:solidFill>
              </a:defRPr>
            </a:lvl4pPr>
            <a:lvl5pPr marL="2286000" lvl="4" indent="-317500" rtl="0">
              <a:spcBef>
                <a:spcPts val="0"/>
              </a:spcBef>
              <a:spcAft>
                <a:spcPts val="0"/>
              </a:spcAft>
              <a:buClr>
                <a:schemeClr val="lt2"/>
              </a:buClr>
              <a:buSzPts val="1400"/>
              <a:buChar char="○"/>
              <a:defRPr>
                <a:solidFill>
                  <a:schemeClr val="lt2"/>
                </a:solidFill>
              </a:defRPr>
            </a:lvl5pPr>
            <a:lvl6pPr marL="2743200" lvl="5" indent="-317500" rtl="0">
              <a:spcBef>
                <a:spcPts val="0"/>
              </a:spcBef>
              <a:spcAft>
                <a:spcPts val="0"/>
              </a:spcAft>
              <a:buClr>
                <a:schemeClr val="lt2"/>
              </a:buClr>
              <a:buSzPts val="1400"/>
              <a:buChar char="■"/>
              <a:defRPr>
                <a:solidFill>
                  <a:schemeClr val="lt2"/>
                </a:solidFill>
              </a:defRPr>
            </a:lvl6pPr>
            <a:lvl7pPr marL="3200400" lvl="6" indent="-317500" rtl="0">
              <a:spcBef>
                <a:spcPts val="0"/>
              </a:spcBef>
              <a:spcAft>
                <a:spcPts val="0"/>
              </a:spcAft>
              <a:buClr>
                <a:schemeClr val="lt2"/>
              </a:buClr>
              <a:buSzPts val="1400"/>
              <a:buChar char="●"/>
              <a:defRPr>
                <a:solidFill>
                  <a:schemeClr val="lt2"/>
                </a:solidFill>
              </a:defRPr>
            </a:lvl7pPr>
            <a:lvl8pPr marL="3657600" lvl="7" indent="-317500" rtl="0">
              <a:spcBef>
                <a:spcPts val="0"/>
              </a:spcBef>
              <a:spcAft>
                <a:spcPts val="0"/>
              </a:spcAft>
              <a:buClr>
                <a:schemeClr val="lt2"/>
              </a:buClr>
              <a:buSzPts val="1400"/>
              <a:buChar char="○"/>
              <a:defRPr>
                <a:solidFill>
                  <a:schemeClr val="lt2"/>
                </a:solidFill>
              </a:defRPr>
            </a:lvl8pPr>
            <a:lvl9pPr marL="4114800" lvl="8" indent="-317500" rtl="0">
              <a:spcBef>
                <a:spcPts val="0"/>
              </a:spcBef>
              <a:spcAft>
                <a:spcPts val="0"/>
              </a:spcAft>
              <a:buClr>
                <a:schemeClr val="lt2"/>
              </a:buClr>
              <a:buSzPts val="1400"/>
              <a:buChar char="■"/>
              <a:defRPr>
                <a:solidFill>
                  <a:schemeClr val="lt2"/>
                </a:solidFill>
              </a:defRPr>
            </a:lvl9pPr>
          </a:lstStyle>
          <a:p>
            <a:endParaRPr/>
          </a:p>
        </p:txBody>
      </p:sp>
      <p:sp>
        <p:nvSpPr>
          <p:cNvPr id="53" name="Google Shape;53;p6"/>
          <p:cNvSpPr txBox="1">
            <a:spLocks noGrp="1"/>
          </p:cNvSpPr>
          <p:nvPr>
            <p:ph type="subTitle" idx="6"/>
          </p:nvPr>
        </p:nvSpPr>
        <p:spPr>
          <a:xfrm>
            <a:off x="4521200" y="4104700"/>
            <a:ext cx="762000" cy="702600"/>
          </a:xfrm>
          <a:prstGeom prst="rect">
            <a:avLst/>
          </a:prstGeom>
        </p:spPr>
        <p:txBody>
          <a:bodyPr spcFirstLastPara="1" wrap="square" lIns="0" tIns="0" rIns="0" bIns="0" anchor="ctr" anchorCtr="0">
            <a:noAutofit/>
          </a:bodyPr>
          <a:lstStyle>
            <a:lvl1pPr lvl="0" algn="r" rtl="0">
              <a:spcBef>
                <a:spcPts val="0"/>
              </a:spcBef>
              <a:spcAft>
                <a:spcPts val="0"/>
              </a:spcAft>
              <a:buClr>
                <a:schemeClr val="accent5"/>
              </a:buClr>
              <a:buSzPts val="2200"/>
              <a:buNone/>
              <a:defRPr sz="2200" b="1">
                <a:solidFill>
                  <a:schemeClr val="accent5"/>
                </a:solidFill>
              </a:defRPr>
            </a:lvl1pPr>
            <a:lvl2pPr lvl="1" algn="r" rtl="0">
              <a:spcBef>
                <a:spcPts val="0"/>
              </a:spcBef>
              <a:spcAft>
                <a:spcPts val="0"/>
              </a:spcAft>
              <a:buClr>
                <a:schemeClr val="accent5"/>
              </a:buClr>
              <a:buSzPts val="1400"/>
              <a:buNone/>
              <a:defRPr>
                <a:solidFill>
                  <a:schemeClr val="accent5"/>
                </a:solidFill>
              </a:defRPr>
            </a:lvl2pPr>
            <a:lvl3pPr lvl="2" algn="r" rtl="0">
              <a:spcBef>
                <a:spcPts val="0"/>
              </a:spcBef>
              <a:spcAft>
                <a:spcPts val="0"/>
              </a:spcAft>
              <a:buClr>
                <a:schemeClr val="accent5"/>
              </a:buClr>
              <a:buSzPts val="1400"/>
              <a:buNone/>
              <a:defRPr>
                <a:solidFill>
                  <a:schemeClr val="accent5"/>
                </a:solidFill>
              </a:defRPr>
            </a:lvl3pPr>
            <a:lvl4pPr lvl="3" algn="r" rtl="0">
              <a:spcBef>
                <a:spcPts val="0"/>
              </a:spcBef>
              <a:spcAft>
                <a:spcPts val="0"/>
              </a:spcAft>
              <a:buClr>
                <a:schemeClr val="accent5"/>
              </a:buClr>
              <a:buSzPts val="1400"/>
              <a:buNone/>
              <a:defRPr>
                <a:solidFill>
                  <a:schemeClr val="accent5"/>
                </a:solidFill>
              </a:defRPr>
            </a:lvl4pPr>
            <a:lvl5pPr lvl="4" algn="r" rtl="0">
              <a:spcBef>
                <a:spcPts val="0"/>
              </a:spcBef>
              <a:spcAft>
                <a:spcPts val="0"/>
              </a:spcAft>
              <a:buClr>
                <a:schemeClr val="accent5"/>
              </a:buClr>
              <a:buSzPts val="1400"/>
              <a:buNone/>
              <a:defRPr>
                <a:solidFill>
                  <a:schemeClr val="accent5"/>
                </a:solidFill>
              </a:defRPr>
            </a:lvl5pPr>
            <a:lvl6pPr lvl="5" algn="r" rtl="0">
              <a:spcBef>
                <a:spcPts val="0"/>
              </a:spcBef>
              <a:spcAft>
                <a:spcPts val="0"/>
              </a:spcAft>
              <a:buClr>
                <a:schemeClr val="accent5"/>
              </a:buClr>
              <a:buSzPts val="1400"/>
              <a:buNone/>
              <a:defRPr>
                <a:solidFill>
                  <a:schemeClr val="accent5"/>
                </a:solidFill>
              </a:defRPr>
            </a:lvl6pPr>
            <a:lvl7pPr lvl="6" algn="r" rtl="0">
              <a:spcBef>
                <a:spcPts val="0"/>
              </a:spcBef>
              <a:spcAft>
                <a:spcPts val="0"/>
              </a:spcAft>
              <a:buClr>
                <a:schemeClr val="accent5"/>
              </a:buClr>
              <a:buSzPts val="1400"/>
              <a:buNone/>
              <a:defRPr>
                <a:solidFill>
                  <a:schemeClr val="accent5"/>
                </a:solidFill>
              </a:defRPr>
            </a:lvl7pPr>
            <a:lvl8pPr lvl="7" algn="r" rtl="0">
              <a:spcBef>
                <a:spcPts val="0"/>
              </a:spcBef>
              <a:spcAft>
                <a:spcPts val="0"/>
              </a:spcAft>
              <a:buClr>
                <a:schemeClr val="accent5"/>
              </a:buClr>
              <a:buSzPts val="1400"/>
              <a:buNone/>
              <a:defRPr>
                <a:solidFill>
                  <a:schemeClr val="accent5"/>
                </a:solidFill>
              </a:defRPr>
            </a:lvl8pPr>
            <a:lvl9pPr lvl="8" algn="r" rtl="0">
              <a:spcBef>
                <a:spcPts val="0"/>
              </a:spcBef>
              <a:spcAft>
                <a:spcPts val="0"/>
              </a:spcAft>
              <a:buClr>
                <a:schemeClr val="accent5"/>
              </a:buClr>
              <a:buSzPts val="1400"/>
              <a:buNone/>
              <a:defRPr>
                <a:solidFill>
                  <a:schemeClr val="accent5"/>
                </a:solidFill>
              </a:defRPr>
            </a:lvl9pPr>
          </a:lstStyle>
          <a:p>
            <a:endParaRPr/>
          </a:p>
        </p:txBody>
      </p:sp>
      <p:sp>
        <p:nvSpPr>
          <p:cNvPr id="54" name="Google Shape;54;p6"/>
          <p:cNvSpPr txBox="1">
            <a:spLocks noGrp="1"/>
          </p:cNvSpPr>
          <p:nvPr>
            <p:ph type="body" idx="7"/>
          </p:nvPr>
        </p:nvSpPr>
        <p:spPr>
          <a:xfrm>
            <a:off x="5504675" y="4128550"/>
            <a:ext cx="3048000" cy="654900"/>
          </a:xfrm>
          <a:prstGeom prst="rect">
            <a:avLst/>
          </a:prstGeom>
        </p:spPr>
        <p:txBody>
          <a:bodyPr spcFirstLastPara="1" wrap="square" lIns="0" tIns="0" rIns="0" bIns="0" anchor="ctr" anchorCtr="0">
            <a:noAutofit/>
          </a:bodyPr>
          <a:lstStyle>
            <a:lvl1pPr marL="457200" lvl="0" indent="-317500" rtl="0">
              <a:spcBef>
                <a:spcPts val="0"/>
              </a:spcBef>
              <a:spcAft>
                <a:spcPts val="0"/>
              </a:spcAft>
              <a:buClr>
                <a:schemeClr val="lt2"/>
              </a:buClr>
              <a:buSzPts val="1400"/>
              <a:buChar char="●"/>
              <a:defRPr>
                <a:solidFill>
                  <a:schemeClr val="lt2"/>
                </a:solidFill>
              </a:defRPr>
            </a:lvl1pPr>
            <a:lvl2pPr marL="914400" lvl="1" indent="-317500" rtl="0">
              <a:spcBef>
                <a:spcPts val="0"/>
              </a:spcBef>
              <a:spcAft>
                <a:spcPts val="0"/>
              </a:spcAft>
              <a:buClr>
                <a:schemeClr val="lt2"/>
              </a:buClr>
              <a:buSzPts val="1400"/>
              <a:buChar char="○"/>
              <a:defRPr>
                <a:solidFill>
                  <a:schemeClr val="lt2"/>
                </a:solidFill>
              </a:defRPr>
            </a:lvl2pPr>
            <a:lvl3pPr marL="1371600" lvl="2" indent="-317500" rtl="0">
              <a:spcBef>
                <a:spcPts val="0"/>
              </a:spcBef>
              <a:spcAft>
                <a:spcPts val="0"/>
              </a:spcAft>
              <a:buClr>
                <a:schemeClr val="lt2"/>
              </a:buClr>
              <a:buSzPts val="1400"/>
              <a:buChar char="■"/>
              <a:defRPr>
                <a:solidFill>
                  <a:schemeClr val="lt2"/>
                </a:solidFill>
              </a:defRPr>
            </a:lvl3pPr>
            <a:lvl4pPr marL="1828800" lvl="3" indent="-317500" rtl="0">
              <a:spcBef>
                <a:spcPts val="0"/>
              </a:spcBef>
              <a:spcAft>
                <a:spcPts val="0"/>
              </a:spcAft>
              <a:buClr>
                <a:schemeClr val="lt2"/>
              </a:buClr>
              <a:buSzPts val="1400"/>
              <a:buChar char="●"/>
              <a:defRPr>
                <a:solidFill>
                  <a:schemeClr val="lt2"/>
                </a:solidFill>
              </a:defRPr>
            </a:lvl4pPr>
            <a:lvl5pPr marL="2286000" lvl="4" indent="-317500" rtl="0">
              <a:spcBef>
                <a:spcPts val="0"/>
              </a:spcBef>
              <a:spcAft>
                <a:spcPts val="0"/>
              </a:spcAft>
              <a:buClr>
                <a:schemeClr val="lt2"/>
              </a:buClr>
              <a:buSzPts val="1400"/>
              <a:buChar char="○"/>
              <a:defRPr>
                <a:solidFill>
                  <a:schemeClr val="lt2"/>
                </a:solidFill>
              </a:defRPr>
            </a:lvl5pPr>
            <a:lvl6pPr marL="2743200" lvl="5" indent="-317500" rtl="0">
              <a:spcBef>
                <a:spcPts val="0"/>
              </a:spcBef>
              <a:spcAft>
                <a:spcPts val="0"/>
              </a:spcAft>
              <a:buClr>
                <a:schemeClr val="lt2"/>
              </a:buClr>
              <a:buSzPts val="1400"/>
              <a:buChar char="■"/>
              <a:defRPr>
                <a:solidFill>
                  <a:schemeClr val="lt2"/>
                </a:solidFill>
              </a:defRPr>
            </a:lvl6pPr>
            <a:lvl7pPr marL="3200400" lvl="6" indent="-317500" rtl="0">
              <a:spcBef>
                <a:spcPts val="0"/>
              </a:spcBef>
              <a:spcAft>
                <a:spcPts val="0"/>
              </a:spcAft>
              <a:buClr>
                <a:schemeClr val="lt2"/>
              </a:buClr>
              <a:buSzPts val="1400"/>
              <a:buChar char="●"/>
              <a:defRPr>
                <a:solidFill>
                  <a:schemeClr val="lt2"/>
                </a:solidFill>
              </a:defRPr>
            </a:lvl7pPr>
            <a:lvl8pPr marL="3657600" lvl="7" indent="-317500" rtl="0">
              <a:spcBef>
                <a:spcPts val="0"/>
              </a:spcBef>
              <a:spcAft>
                <a:spcPts val="0"/>
              </a:spcAft>
              <a:buClr>
                <a:schemeClr val="lt2"/>
              </a:buClr>
              <a:buSzPts val="1400"/>
              <a:buChar char="○"/>
              <a:defRPr>
                <a:solidFill>
                  <a:schemeClr val="lt2"/>
                </a:solidFill>
              </a:defRPr>
            </a:lvl8pPr>
            <a:lvl9pPr marL="4114800" lvl="8" indent="-317500" rtl="0">
              <a:spcBef>
                <a:spcPts val="0"/>
              </a:spcBef>
              <a:spcAft>
                <a:spcPts val="0"/>
              </a:spcAft>
              <a:buClr>
                <a:schemeClr val="lt2"/>
              </a:buClr>
              <a:buSzPts val="1400"/>
              <a:buChar char="■"/>
              <a:defRPr>
                <a:solidFill>
                  <a:schemeClr val="lt2"/>
                </a:solidFill>
              </a:defRPr>
            </a:lvl9pPr>
          </a:lstStyle>
          <a:p>
            <a:endParaRPr/>
          </a:p>
        </p:txBody>
      </p:sp>
      <p:pic>
        <p:nvPicPr>
          <p:cNvPr id="55" name="Google Shape;55;p6"/>
          <p:cNvPicPr preferRelativeResize="0"/>
          <p:nvPr/>
        </p:nvPicPr>
        <p:blipFill>
          <a:blip r:embed="rId2">
            <a:alphaModFix/>
          </a:blip>
          <a:stretch>
            <a:fillRect/>
          </a:stretch>
        </p:blipFill>
        <p:spPr>
          <a:xfrm>
            <a:off x="1863650" y="4783450"/>
            <a:ext cx="1343601" cy="134360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istings">
  <p:cSld name="CUSTOM_8">
    <p:spTree>
      <p:nvGrpSpPr>
        <p:cNvPr id="1" name="Shape 83"/>
        <p:cNvGrpSpPr/>
        <p:nvPr/>
      </p:nvGrpSpPr>
      <p:grpSpPr>
        <a:xfrm>
          <a:off x="0" y="0"/>
          <a:ext cx="0" cy="0"/>
          <a:chOff x="0" y="0"/>
          <a:chExt cx="0" cy="0"/>
        </a:xfrm>
      </p:grpSpPr>
      <p:sp>
        <p:nvSpPr>
          <p:cNvPr id="84" name="Google Shape;84;p9"/>
          <p:cNvSpPr/>
          <p:nvPr/>
        </p:nvSpPr>
        <p:spPr>
          <a:xfrm rot="2700000">
            <a:off x="692413" y="-3377607"/>
            <a:ext cx="4885825" cy="5699563"/>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85" name="Google Shape;85;p9"/>
          <p:cNvSpPr/>
          <p:nvPr/>
        </p:nvSpPr>
        <p:spPr>
          <a:xfrm rot="2700000">
            <a:off x="3853513" y="2504918"/>
            <a:ext cx="4885825" cy="5699563"/>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86" name="Google Shape;86;p9"/>
          <p:cNvSpPr txBox="1">
            <a:spLocks noGrp="1"/>
          </p:cNvSpPr>
          <p:nvPr>
            <p:ph type="title"/>
          </p:nvPr>
        </p:nvSpPr>
        <p:spPr>
          <a:xfrm>
            <a:off x="311700" y="445025"/>
            <a:ext cx="8520600" cy="487200"/>
          </a:xfrm>
          <a:prstGeom prst="rect">
            <a:avLst/>
          </a:prstGeom>
        </p:spPr>
        <p:txBody>
          <a:bodyPr spcFirstLastPara="1" wrap="square" lIns="0" tIns="0" rIns="0" bIns="0" anchor="t"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87" name="Google Shape;87;p9"/>
          <p:cNvSpPr>
            <a:spLocks noGrp="1"/>
          </p:cNvSpPr>
          <p:nvPr>
            <p:ph type="pic" idx="2"/>
          </p:nvPr>
        </p:nvSpPr>
        <p:spPr>
          <a:xfrm>
            <a:off x="311700" y="1188464"/>
            <a:ext cx="2688600" cy="2688600"/>
          </a:xfrm>
          <a:prstGeom prst="roundRect">
            <a:avLst>
              <a:gd name="adj" fmla="val 8375"/>
            </a:avLst>
          </a:prstGeom>
          <a:noFill/>
          <a:ln>
            <a:noFill/>
          </a:ln>
        </p:spPr>
      </p:sp>
      <p:sp>
        <p:nvSpPr>
          <p:cNvPr id="88" name="Google Shape;88;p9"/>
          <p:cNvSpPr txBox="1">
            <a:spLocks noGrp="1"/>
          </p:cNvSpPr>
          <p:nvPr>
            <p:ph type="subTitle" idx="1"/>
          </p:nvPr>
        </p:nvSpPr>
        <p:spPr>
          <a:xfrm>
            <a:off x="311700" y="4107389"/>
            <a:ext cx="2688600" cy="487200"/>
          </a:xfrm>
          <a:prstGeom prst="rect">
            <a:avLst/>
          </a:prstGeom>
        </p:spPr>
        <p:txBody>
          <a:bodyPr spcFirstLastPara="1" wrap="square" lIns="0" tIns="0" rIns="0" bIns="0" anchor="t" anchorCtr="0">
            <a:noAutofit/>
          </a:bodyPr>
          <a:lstStyle>
            <a:lvl1pPr lvl="0">
              <a:spcBef>
                <a:spcPts val="0"/>
              </a:spcBef>
              <a:spcAft>
                <a:spcPts val="0"/>
              </a:spcAft>
              <a:buSzPts val="1600"/>
              <a:buFont typeface="IBM Plex Sans Medium"/>
              <a:buNone/>
              <a:defRPr sz="1600">
                <a:latin typeface="IBM Plex Sans Medium"/>
                <a:ea typeface="IBM Plex Sans Medium"/>
                <a:cs typeface="IBM Plex Sans Medium"/>
                <a:sym typeface="IBM Plex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9"/>
          <p:cNvSpPr txBox="1">
            <a:spLocks noGrp="1"/>
          </p:cNvSpPr>
          <p:nvPr>
            <p:ph type="subTitle" idx="3"/>
          </p:nvPr>
        </p:nvSpPr>
        <p:spPr>
          <a:xfrm>
            <a:off x="6143700" y="4107389"/>
            <a:ext cx="2688600" cy="487200"/>
          </a:xfrm>
          <a:prstGeom prst="rect">
            <a:avLst/>
          </a:prstGeom>
        </p:spPr>
        <p:txBody>
          <a:bodyPr spcFirstLastPara="1" wrap="square" lIns="0" tIns="0" rIns="0" bIns="0" anchor="t" anchorCtr="0">
            <a:noAutofit/>
          </a:bodyPr>
          <a:lstStyle>
            <a:lvl1pPr lvl="0" rtl="0">
              <a:spcBef>
                <a:spcPts val="0"/>
              </a:spcBef>
              <a:spcAft>
                <a:spcPts val="0"/>
              </a:spcAft>
              <a:buSzPts val="1600"/>
              <a:buFont typeface="IBM Plex Sans Medium"/>
              <a:buNone/>
              <a:defRPr sz="160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0" name="Google Shape;90;p9"/>
          <p:cNvSpPr txBox="1">
            <a:spLocks noGrp="1"/>
          </p:cNvSpPr>
          <p:nvPr>
            <p:ph type="subTitle" idx="4"/>
          </p:nvPr>
        </p:nvSpPr>
        <p:spPr>
          <a:xfrm>
            <a:off x="3227700" y="4107389"/>
            <a:ext cx="2688600" cy="487200"/>
          </a:xfrm>
          <a:prstGeom prst="rect">
            <a:avLst/>
          </a:prstGeom>
        </p:spPr>
        <p:txBody>
          <a:bodyPr spcFirstLastPara="1" wrap="square" lIns="0" tIns="0" rIns="0" bIns="0" anchor="t" anchorCtr="0">
            <a:noAutofit/>
          </a:bodyPr>
          <a:lstStyle>
            <a:lvl1pPr lvl="0" rtl="0">
              <a:spcBef>
                <a:spcPts val="0"/>
              </a:spcBef>
              <a:spcAft>
                <a:spcPts val="0"/>
              </a:spcAft>
              <a:buSzPts val="1600"/>
              <a:buFont typeface="IBM Plex Sans Medium"/>
              <a:buNone/>
              <a:defRPr sz="160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1" name="Google Shape;91;p9"/>
          <p:cNvSpPr>
            <a:spLocks noGrp="1"/>
          </p:cNvSpPr>
          <p:nvPr>
            <p:ph type="pic" idx="5"/>
          </p:nvPr>
        </p:nvSpPr>
        <p:spPr>
          <a:xfrm>
            <a:off x="3227700" y="1175501"/>
            <a:ext cx="2688600" cy="2688600"/>
          </a:xfrm>
          <a:prstGeom prst="roundRect">
            <a:avLst>
              <a:gd name="adj" fmla="val 8375"/>
            </a:avLst>
          </a:prstGeom>
          <a:noFill/>
          <a:ln>
            <a:noFill/>
          </a:ln>
        </p:spPr>
      </p:sp>
      <p:sp>
        <p:nvSpPr>
          <p:cNvPr id="92" name="Google Shape;92;p9"/>
          <p:cNvSpPr>
            <a:spLocks noGrp="1"/>
          </p:cNvSpPr>
          <p:nvPr>
            <p:ph type="pic" idx="6"/>
          </p:nvPr>
        </p:nvSpPr>
        <p:spPr>
          <a:xfrm>
            <a:off x="6143700" y="1227451"/>
            <a:ext cx="2688600" cy="2688600"/>
          </a:xfrm>
          <a:prstGeom prst="roundRect">
            <a:avLst>
              <a:gd name="adj" fmla="val 8375"/>
            </a:avLst>
          </a:prstGeom>
          <a:noFill/>
          <a:ln>
            <a:noFill/>
          </a:ln>
        </p:spPr>
      </p:sp>
      <p:pic>
        <p:nvPicPr>
          <p:cNvPr id="93" name="Google Shape;93;p9"/>
          <p:cNvPicPr preferRelativeResize="0"/>
          <p:nvPr/>
        </p:nvPicPr>
        <p:blipFill>
          <a:blip r:embed="rId2">
            <a:alphaModFix/>
          </a:blip>
          <a:stretch>
            <a:fillRect/>
          </a:stretch>
        </p:blipFill>
        <p:spPr>
          <a:xfrm>
            <a:off x="8337425" y="4638000"/>
            <a:ext cx="1226325" cy="12263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eam">
  <p:cSld name="CUSTOM_10">
    <p:spTree>
      <p:nvGrpSpPr>
        <p:cNvPr id="1" name="Shape 105"/>
        <p:cNvGrpSpPr/>
        <p:nvPr/>
      </p:nvGrpSpPr>
      <p:grpSpPr>
        <a:xfrm>
          <a:off x="0" y="0"/>
          <a:ext cx="0" cy="0"/>
          <a:chOff x="0" y="0"/>
          <a:chExt cx="0" cy="0"/>
        </a:xfrm>
      </p:grpSpPr>
      <p:sp>
        <p:nvSpPr>
          <p:cNvPr id="106" name="Google Shape;106;p11"/>
          <p:cNvSpPr txBox="1">
            <a:spLocks noGrp="1"/>
          </p:cNvSpPr>
          <p:nvPr>
            <p:ph type="title"/>
          </p:nvPr>
        </p:nvSpPr>
        <p:spPr>
          <a:xfrm>
            <a:off x="311700" y="445025"/>
            <a:ext cx="8520600" cy="487200"/>
          </a:xfrm>
          <a:prstGeom prst="rect">
            <a:avLst/>
          </a:prstGeom>
        </p:spPr>
        <p:txBody>
          <a:bodyPr spcFirstLastPara="1" wrap="square" lIns="0" tIns="0" rIns="0" bIns="0" anchor="t"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107" name="Google Shape;107;p11"/>
          <p:cNvSpPr>
            <a:spLocks noGrp="1"/>
          </p:cNvSpPr>
          <p:nvPr>
            <p:ph type="pic" idx="2"/>
          </p:nvPr>
        </p:nvSpPr>
        <p:spPr>
          <a:xfrm>
            <a:off x="540300" y="1235450"/>
            <a:ext cx="2123700" cy="2123700"/>
          </a:xfrm>
          <a:prstGeom prst="round2DiagRect">
            <a:avLst>
              <a:gd name="adj1" fmla="val 16667"/>
              <a:gd name="adj2" fmla="val 0"/>
            </a:avLst>
          </a:prstGeom>
          <a:noFill/>
          <a:ln>
            <a:noFill/>
          </a:ln>
        </p:spPr>
      </p:sp>
      <p:sp>
        <p:nvSpPr>
          <p:cNvPr id="108" name="Google Shape;108;p11"/>
          <p:cNvSpPr>
            <a:spLocks noGrp="1"/>
          </p:cNvSpPr>
          <p:nvPr>
            <p:ph type="pic" idx="3"/>
          </p:nvPr>
        </p:nvSpPr>
        <p:spPr>
          <a:xfrm>
            <a:off x="6480000" y="1235450"/>
            <a:ext cx="2123700" cy="2123700"/>
          </a:xfrm>
          <a:prstGeom prst="round2DiagRect">
            <a:avLst>
              <a:gd name="adj1" fmla="val 16667"/>
              <a:gd name="adj2" fmla="val 0"/>
            </a:avLst>
          </a:prstGeom>
          <a:noFill/>
          <a:ln>
            <a:noFill/>
          </a:ln>
        </p:spPr>
      </p:sp>
      <p:sp>
        <p:nvSpPr>
          <p:cNvPr id="109" name="Google Shape;109;p11"/>
          <p:cNvSpPr>
            <a:spLocks noGrp="1"/>
          </p:cNvSpPr>
          <p:nvPr>
            <p:ph type="pic" idx="4"/>
          </p:nvPr>
        </p:nvSpPr>
        <p:spPr>
          <a:xfrm>
            <a:off x="3510138" y="1235450"/>
            <a:ext cx="2123700" cy="2123700"/>
          </a:xfrm>
          <a:prstGeom prst="round2DiagRect">
            <a:avLst>
              <a:gd name="adj1" fmla="val 16667"/>
              <a:gd name="adj2" fmla="val 0"/>
            </a:avLst>
          </a:prstGeom>
          <a:noFill/>
          <a:ln>
            <a:noFill/>
          </a:ln>
        </p:spPr>
      </p:sp>
      <p:sp>
        <p:nvSpPr>
          <p:cNvPr id="110" name="Google Shape;110;p11"/>
          <p:cNvSpPr txBox="1">
            <a:spLocks noGrp="1"/>
          </p:cNvSpPr>
          <p:nvPr>
            <p:ph type="subTitle" idx="1"/>
          </p:nvPr>
        </p:nvSpPr>
        <p:spPr>
          <a:xfrm>
            <a:off x="540300" y="3457900"/>
            <a:ext cx="2123700" cy="487200"/>
          </a:xfrm>
          <a:prstGeom prst="rect">
            <a:avLst/>
          </a:prstGeom>
        </p:spPr>
        <p:txBody>
          <a:bodyPr spcFirstLastPara="1" wrap="square" lIns="0" tIns="0" rIns="0" bIns="0" anchor="b" anchorCtr="0">
            <a:noAutofit/>
          </a:bodyPr>
          <a:lstStyle>
            <a:lvl1pPr lvl="0" rtl="0">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
        <p:nvSpPr>
          <p:cNvPr id="111" name="Google Shape;111;p11"/>
          <p:cNvSpPr txBox="1">
            <a:spLocks noGrp="1"/>
          </p:cNvSpPr>
          <p:nvPr>
            <p:ph type="subTitle" idx="5"/>
          </p:nvPr>
        </p:nvSpPr>
        <p:spPr>
          <a:xfrm>
            <a:off x="3510150" y="3457900"/>
            <a:ext cx="2123700" cy="487200"/>
          </a:xfrm>
          <a:prstGeom prst="rect">
            <a:avLst/>
          </a:prstGeom>
        </p:spPr>
        <p:txBody>
          <a:bodyPr spcFirstLastPara="1" wrap="square" lIns="0" tIns="0" rIns="0" bIns="0" anchor="b" anchorCtr="0">
            <a:noAutofit/>
          </a:bodyPr>
          <a:lstStyle>
            <a:lvl1pPr lvl="0" rtl="0">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
        <p:nvSpPr>
          <p:cNvPr id="112" name="Google Shape;112;p11"/>
          <p:cNvSpPr txBox="1">
            <a:spLocks noGrp="1"/>
          </p:cNvSpPr>
          <p:nvPr>
            <p:ph type="subTitle" idx="6"/>
          </p:nvPr>
        </p:nvSpPr>
        <p:spPr>
          <a:xfrm>
            <a:off x="6480000" y="3457900"/>
            <a:ext cx="2123700" cy="487200"/>
          </a:xfrm>
          <a:prstGeom prst="rect">
            <a:avLst/>
          </a:prstGeom>
        </p:spPr>
        <p:txBody>
          <a:bodyPr spcFirstLastPara="1" wrap="square" lIns="0" tIns="0" rIns="0" bIns="0" anchor="b" anchorCtr="0">
            <a:noAutofit/>
          </a:bodyPr>
          <a:lstStyle>
            <a:lvl1pPr lvl="0" rtl="0">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
        <p:nvSpPr>
          <p:cNvPr id="113" name="Google Shape;113;p11"/>
          <p:cNvSpPr txBox="1">
            <a:spLocks noGrp="1"/>
          </p:cNvSpPr>
          <p:nvPr>
            <p:ph type="body" idx="7"/>
          </p:nvPr>
        </p:nvSpPr>
        <p:spPr>
          <a:xfrm>
            <a:off x="546100" y="3966159"/>
            <a:ext cx="2123700" cy="3747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14" name="Google Shape;114;p11"/>
          <p:cNvSpPr txBox="1">
            <a:spLocks noGrp="1"/>
          </p:cNvSpPr>
          <p:nvPr>
            <p:ph type="body" idx="8"/>
          </p:nvPr>
        </p:nvSpPr>
        <p:spPr>
          <a:xfrm>
            <a:off x="3510150" y="3966159"/>
            <a:ext cx="2123700" cy="374700"/>
          </a:xfrm>
          <a:prstGeom prst="rect">
            <a:avLst/>
          </a:prstGeom>
        </p:spPr>
        <p:txBody>
          <a:bodyPr spcFirstLastPara="1" wrap="square" lIns="0" tIns="0" rIns="0" bIns="0"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15" name="Google Shape;115;p11"/>
          <p:cNvSpPr txBox="1">
            <a:spLocks noGrp="1"/>
          </p:cNvSpPr>
          <p:nvPr>
            <p:ph type="body" idx="9"/>
          </p:nvPr>
        </p:nvSpPr>
        <p:spPr>
          <a:xfrm>
            <a:off x="6474200" y="3966159"/>
            <a:ext cx="2123700" cy="374700"/>
          </a:xfrm>
          <a:prstGeom prst="rect">
            <a:avLst/>
          </a:prstGeom>
        </p:spPr>
        <p:txBody>
          <a:bodyPr spcFirstLastPara="1" wrap="square" lIns="0" tIns="0" rIns="0" bIns="0"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487200"/>
          </a:xfrm>
          <a:prstGeom prst="rect">
            <a:avLst/>
          </a:prstGeom>
          <a:noFill/>
          <a:ln>
            <a:noFill/>
          </a:ln>
        </p:spPr>
        <p:txBody>
          <a:bodyPr spcFirstLastPara="1" wrap="square" lIns="0" tIns="0" rIns="0" bIns="0" anchor="t" anchorCtr="0">
            <a:noAutofit/>
          </a:bodyPr>
          <a:lstStyle>
            <a:lvl1pPr lvl="0">
              <a:lnSpc>
                <a:spcPct val="115000"/>
              </a:lnSpc>
              <a:spcBef>
                <a:spcPts val="0"/>
              </a:spcBef>
              <a:spcAft>
                <a:spcPts val="0"/>
              </a:spcAft>
              <a:buClr>
                <a:schemeClr val="dk1"/>
              </a:buClr>
              <a:buSzPts val="2800"/>
              <a:buFont typeface="Pathway Extreme"/>
              <a:buNone/>
              <a:defRPr sz="2800" b="1">
                <a:solidFill>
                  <a:schemeClr val="dk1"/>
                </a:solidFill>
                <a:latin typeface="Pathway Extreme"/>
                <a:ea typeface="Pathway Extreme"/>
                <a:cs typeface="Pathway Extreme"/>
                <a:sym typeface="Pathway Extreme"/>
              </a:defRPr>
            </a:lvl1pPr>
            <a:lvl2pPr lvl="1">
              <a:spcBef>
                <a:spcPts val="0"/>
              </a:spcBef>
              <a:spcAft>
                <a:spcPts val="0"/>
              </a:spcAft>
              <a:buClr>
                <a:schemeClr val="dk1"/>
              </a:buClr>
              <a:buSzPts val="2800"/>
              <a:buFont typeface="Ysabeau Office"/>
              <a:buNone/>
              <a:defRPr sz="2800" b="1">
                <a:solidFill>
                  <a:schemeClr val="dk1"/>
                </a:solidFill>
                <a:latin typeface="Ysabeau Office"/>
                <a:ea typeface="Ysabeau Office"/>
                <a:cs typeface="Ysabeau Office"/>
                <a:sym typeface="Ysabeau Office"/>
              </a:defRPr>
            </a:lvl2pPr>
            <a:lvl3pPr lvl="2">
              <a:spcBef>
                <a:spcPts val="0"/>
              </a:spcBef>
              <a:spcAft>
                <a:spcPts val="0"/>
              </a:spcAft>
              <a:buClr>
                <a:schemeClr val="dk1"/>
              </a:buClr>
              <a:buSzPts val="2800"/>
              <a:buFont typeface="Ysabeau Office"/>
              <a:buNone/>
              <a:defRPr sz="2800" b="1">
                <a:solidFill>
                  <a:schemeClr val="dk1"/>
                </a:solidFill>
                <a:latin typeface="Ysabeau Office"/>
                <a:ea typeface="Ysabeau Office"/>
                <a:cs typeface="Ysabeau Office"/>
                <a:sym typeface="Ysabeau Office"/>
              </a:defRPr>
            </a:lvl3pPr>
            <a:lvl4pPr lvl="3">
              <a:spcBef>
                <a:spcPts val="0"/>
              </a:spcBef>
              <a:spcAft>
                <a:spcPts val="0"/>
              </a:spcAft>
              <a:buClr>
                <a:schemeClr val="dk1"/>
              </a:buClr>
              <a:buSzPts val="2800"/>
              <a:buFont typeface="Ysabeau Office"/>
              <a:buNone/>
              <a:defRPr sz="2800" b="1">
                <a:solidFill>
                  <a:schemeClr val="dk1"/>
                </a:solidFill>
                <a:latin typeface="Ysabeau Office"/>
                <a:ea typeface="Ysabeau Office"/>
                <a:cs typeface="Ysabeau Office"/>
                <a:sym typeface="Ysabeau Office"/>
              </a:defRPr>
            </a:lvl4pPr>
            <a:lvl5pPr lvl="4">
              <a:spcBef>
                <a:spcPts val="0"/>
              </a:spcBef>
              <a:spcAft>
                <a:spcPts val="0"/>
              </a:spcAft>
              <a:buClr>
                <a:schemeClr val="dk1"/>
              </a:buClr>
              <a:buSzPts val="2800"/>
              <a:buFont typeface="Ysabeau Office"/>
              <a:buNone/>
              <a:defRPr sz="2800" b="1">
                <a:solidFill>
                  <a:schemeClr val="dk1"/>
                </a:solidFill>
                <a:latin typeface="Ysabeau Office"/>
                <a:ea typeface="Ysabeau Office"/>
                <a:cs typeface="Ysabeau Office"/>
                <a:sym typeface="Ysabeau Office"/>
              </a:defRPr>
            </a:lvl5pPr>
            <a:lvl6pPr lvl="5">
              <a:spcBef>
                <a:spcPts val="0"/>
              </a:spcBef>
              <a:spcAft>
                <a:spcPts val="0"/>
              </a:spcAft>
              <a:buClr>
                <a:schemeClr val="dk1"/>
              </a:buClr>
              <a:buSzPts val="2800"/>
              <a:buFont typeface="Ysabeau Office"/>
              <a:buNone/>
              <a:defRPr sz="2800" b="1">
                <a:solidFill>
                  <a:schemeClr val="dk1"/>
                </a:solidFill>
                <a:latin typeface="Ysabeau Office"/>
                <a:ea typeface="Ysabeau Office"/>
                <a:cs typeface="Ysabeau Office"/>
                <a:sym typeface="Ysabeau Office"/>
              </a:defRPr>
            </a:lvl6pPr>
            <a:lvl7pPr lvl="6">
              <a:spcBef>
                <a:spcPts val="0"/>
              </a:spcBef>
              <a:spcAft>
                <a:spcPts val="0"/>
              </a:spcAft>
              <a:buClr>
                <a:schemeClr val="dk1"/>
              </a:buClr>
              <a:buSzPts val="2800"/>
              <a:buFont typeface="Ysabeau Office"/>
              <a:buNone/>
              <a:defRPr sz="2800" b="1">
                <a:solidFill>
                  <a:schemeClr val="dk1"/>
                </a:solidFill>
                <a:latin typeface="Ysabeau Office"/>
                <a:ea typeface="Ysabeau Office"/>
                <a:cs typeface="Ysabeau Office"/>
                <a:sym typeface="Ysabeau Office"/>
              </a:defRPr>
            </a:lvl7pPr>
            <a:lvl8pPr lvl="7">
              <a:spcBef>
                <a:spcPts val="0"/>
              </a:spcBef>
              <a:spcAft>
                <a:spcPts val="0"/>
              </a:spcAft>
              <a:buClr>
                <a:schemeClr val="dk1"/>
              </a:buClr>
              <a:buSzPts val="2800"/>
              <a:buFont typeface="Ysabeau Office"/>
              <a:buNone/>
              <a:defRPr sz="2800" b="1">
                <a:solidFill>
                  <a:schemeClr val="dk1"/>
                </a:solidFill>
                <a:latin typeface="Ysabeau Office"/>
                <a:ea typeface="Ysabeau Office"/>
                <a:cs typeface="Ysabeau Office"/>
                <a:sym typeface="Ysabeau Office"/>
              </a:defRPr>
            </a:lvl8pPr>
            <a:lvl9pPr lvl="8">
              <a:spcBef>
                <a:spcPts val="0"/>
              </a:spcBef>
              <a:spcAft>
                <a:spcPts val="0"/>
              </a:spcAft>
              <a:buClr>
                <a:schemeClr val="dk1"/>
              </a:buClr>
              <a:buSzPts val="2800"/>
              <a:buFont typeface="Ysabeau Office"/>
              <a:buNone/>
              <a:defRPr sz="2800" b="1">
                <a:solidFill>
                  <a:schemeClr val="dk1"/>
                </a:solidFill>
                <a:latin typeface="Ysabeau Office"/>
                <a:ea typeface="Ysabeau Office"/>
                <a:cs typeface="Ysabeau Office"/>
                <a:sym typeface="Ysabeau Offic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0" tIns="0" rIns="0" bIns="0" anchor="t" anchorCtr="0">
            <a:noAutofit/>
          </a:bodyPr>
          <a:lstStyle>
            <a:lvl1pPr marL="457200" lvl="0" indent="-317500">
              <a:lnSpc>
                <a:spcPct val="115000"/>
              </a:lnSpc>
              <a:spcBef>
                <a:spcPts val="0"/>
              </a:spcBef>
              <a:spcAft>
                <a:spcPts val="0"/>
              </a:spcAft>
              <a:buClr>
                <a:schemeClr val="dk2"/>
              </a:buClr>
              <a:buSzPts val="1400"/>
              <a:buFont typeface="IBM Plex Sans"/>
              <a:buChar char="●"/>
              <a:defRPr>
                <a:solidFill>
                  <a:schemeClr val="dk2"/>
                </a:solidFill>
                <a:latin typeface="IBM Plex Sans"/>
                <a:ea typeface="IBM Plex Sans"/>
                <a:cs typeface="IBM Plex Sans"/>
                <a:sym typeface="IBM Plex Sans"/>
              </a:defRPr>
            </a:lvl1pPr>
            <a:lvl2pPr marL="914400" lvl="1" indent="-317500">
              <a:lnSpc>
                <a:spcPct val="115000"/>
              </a:lnSpc>
              <a:spcBef>
                <a:spcPts val="0"/>
              </a:spcBef>
              <a:spcAft>
                <a:spcPts val="0"/>
              </a:spcAft>
              <a:buClr>
                <a:schemeClr val="dk2"/>
              </a:buClr>
              <a:buSzPts val="1400"/>
              <a:buFont typeface="IBM Plex Sans"/>
              <a:buChar char="○"/>
              <a:defRPr>
                <a:solidFill>
                  <a:schemeClr val="dk2"/>
                </a:solidFill>
                <a:latin typeface="IBM Plex Sans"/>
                <a:ea typeface="IBM Plex Sans"/>
                <a:cs typeface="IBM Plex Sans"/>
                <a:sym typeface="IBM Plex Sans"/>
              </a:defRPr>
            </a:lvl2pPr>
            <a:lvl3pPr marL="1371600" lvl="2" indent="-317500">
              <a:lnSpc>
                <a:spcPct val="115000"/>
              </a:lnSpc>
              <a:spcBef>
                <a:spcPts val="0"/>
              </a:spcBef>
              <a:spcAft>
                <a:spcPts val="0"/>
              </a:spcAft>
              <a:buClr>
                <a:schemeClr val="dk2"/>
              </a:buClr>
              <a:buSzPts val="1400"/>
              <a:buFont typeface="IBM Plex Sans"/>
              <a:buChar char="■"/>
              <a:defRPr>
                <a:solidFill>
                  <a:schemeClr val="dk2"/>
                </a:solidFill>
                <a:latin typeface="IBM Plex Sans"/>
                <a:ea typeface="IBM Plex Sans"/>
                <a:cs typeface="IBM Plex Sans"/>
                <a:sym typeface="IBM Plex Sans"/>
              </a:defRPr>
            </a:lvl3pPr>
            <a:lvl4pPr marL="1828800" lvl="3" indent="-317500">
              <a:lnSpc>
                <a:spcPct val="115000"/>
              </a:lnSpc>
              <a:spcBef>
                <a:spcPts val="0"/>
              </a:spcBef>
              <a:spcAft>
                <a:spcPts val="0"/>
              </a:spcAft>
              <a:buClr>
                <a:schemeClr val="dk2"/>
              </a:buClr>
              <a:buSzPts val="1400"/>
              <a:buFont typeface="IBM Plex Sans"/>
              <a:buChar char="●"/>
              <a:defRPr>
                <a:solidFill>
                  <a:schemeClr val="dk2"/>
                </a:solidFill>
                <a:latin typeface="IBM Plex Sans"/>
                <a:ea typeface="IBM Plex Sans"/>
                <a:cs typeface="IBM Plex Sans"/>
                <a:sym typeface="IBM Plex Sans"/>
              </a:defRPr>
            </a:lvl4pPr>
            <a:lvl5pPr marL="2286000" lvl="4" indent="-317500">
              <a:lnSpc>
                <a:spcPct val="115000"/>
              </a:lnSpc>
              <a:spcBef>
                <a:spcPts val="0"/>
              </a:spcBef>
              <a:spcAft>
                <a:spcPts val="0"/>
              </a:spcAft>
              <a:buClr>
                <a:schemeClr val="dk2"/>
              </a:buClr>
              <a:buSzPts val="1400"/>
              <a:buFont typeface="IBM Plex Sans"/>
              <a:buChar char="○"/>
              <a:defRPr>
                <a:solidFill>
                  <a:schemeClr val="dk2"/>
                </a:solidFill>
                <a:latin typeface="IBM Plex Sans"/>
                <a:ea typeface="IBM Plex Sans"/>
                <a:cs typeface="IBM Plex Sans"/>
                <a:sym typeface="IBM Plex Sans"/>
              </a:defRPr>
            </a:lvl5pPr>
            <a:lvl6pPr marL="2743200" lvl="5" indent="-317500">
              <a:lnSpc>
                <a:spcPct val="115000"/>
              </a:lnSpc>
              <a:spcBef>
                <a:spcPts val="0"/>
              </a:spcBef>
              <a:spcAft>
                <a:spcPts val="0"/>
              </a:spcAft>
              <a:buClr>
                <a:schemeClr val="dk2"/>
              </a:buClr>
              <a:buSzPts val="1400"/>
              <a:buFont typeface="IBM Plex Sans"/>
              <a:buChar char="■"/>
              <a:defRPr>
                <a:solidFill>
                  <a:schemeClr val="dk2"/>
                </a:solidFill>
                <a:latin typeface="IBM Plex Sans"/>
                <a:ea typeface="IBM Plex Sans"/>
                <a:cs typeface="IBM Plex Sans"/>
                <a:sym typeface="IBM Plex Sans"/>
              </a:defRPr>
            </a:lvl6pPr>
            <a:lvl7pPr marL="3200400" lvl="6" indent="-317500">
              <a:lnSpc>
                <a:spcPct val="115000"/>
              </a:lnSpc>
              <a:spcBef>
                <a:spcPts val="0"/>
              </a:spcBef>
              <a:spcAft>
                <a:spcPts val="0"/>
              </a:spcAft>
              <a:buClr>
                <a:schemeClr val="dk2"/>
              </a:buClr>
              <a:buSzPts val="1400"/>
              <a:buFont typeface="IBM Plex Sans"/>
              <a:buChar char="●"/>
              <a:defRPr>
                <a:solidFill>
                  <a:schemeClr val="dk2"/>
                </a:solidFill>
                <a:latin typeface="IBM Plex Sans"/>
                <a:ea typeface="IBM Plex Sans"/>
                <a:cs typeface="IBM Plex Sans"/>
                <a:sym typeface="IBM Plex Sans"/>
              </a:defRPr>
            </a:lvl7pPr>
            <a:lvl8pPr marL="3657600" lvl="7" indent="-317500">
              <a:lnSpc>
                <a:spcPct val="115000"/>
              </a:lnSpc>
              <a:spcBef>
                <a:spcPts val="0"/>
              </a:spcBef>
              <a:spcAft>
                <a:spcPts val="0"/>
              </a:spcAft>
              <a:buClr>
                <a:schemeClr val="dk2"/>
              </a:buClr>
              <a:buSzPts val="1400"/>
              <a:buFont typeface="IBM Plex Sans"/>
              <a:buChar char="○"/>
              <a:defRPr>
                <a:solidFill>
                  <a:schemeClr val="dk2"/>
                </a:solidFill>
                <a:latin typeface="IBM Plex Sans"/>
                <a:ea typeface="IBM Plex Sans"/>
                <a:cs typeface="IBM Plex Sans"/>
                <a:sym typeface="IBM Plex Sans"/>
              </a:defRPr>
            </a:lvl8pPr>
            <a:lvl9pPr marL="4114800" lvl="8" indent="-317500">
              <a:lnSpc>
                <a:spcPct val="115000"/>
              </a:lnSpc>
              <a:spcBef>
                <a:spcPts val="0"/>
              </a:spcBef>
              <a:spcAft>
                <a:spcPts val="0"/>
              </a:spcAft>
              <a:buClr>
                <a:schemeClr val="dk2"/>
              </a:buClr>
              <a:buSzPts val="1400"/>
              <a:buFont typeface="IBM Plex Sans"/>
              <a:buChar char="■"/>
              <a:defRPr>
                <a:solidFill>
                  <a:schemeClr val="dk2"/>
                </a:solidFill>
                <a:latin typeface="IBM Plex Sans"/>
                <a:ea typeface="IBM Plex Sans"/>
                <a:cs typeface="IBM Plex Sans"/>
                <a:sym typeface="IBM Plex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5" r:id="rId5"/>
    <p:sldLayoutId id="2147483657"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6.jpg"/><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2"/>
          <p:cNvSpPr txBox="1">
            <a:spLocks noGrp="1"/>
          </p:cNvSpPr>
          <p:nvPr>
            <p:ph type="title"/>
          </p:nvPr>
        </p:nvSpPr>
        <p:spPr>
          <a:xfrm>
            <a:off x="311700" y="445025"/>
            <a:ext cx="8520600" cy="582264"/>
          </a:xfrm>
          <a:prstGeom prst="rect">
            <a:avLst/>
          </a:prstGeom>
        </p:spPr>
        <p:txBody>
          <a:bodyPr spcFirstLastPara="1" wrap="square" lIns="0" tIns="0" rIns="0" bIns="0" anchor="t" anchorCtr="0">
            <a:normAutofit/>
          </a:bodyPr>
          <a:lstStyle/>
          <a:p>
            <a:pPr marL="0" lvl="0" indent="0" algn="ctr" rtl="0">
              <a:spcBef>
                <a:spcPts val="0"/>
              </a:spcBef>
              <a:spcAft>
                <a:spcPts val="0"/>
              </a:spcAft>
              <a:buNone/>
            </a:pPr>
            <a:r>
              <a:rPr lang="en-IN" sz="2800" b="1" dirty="0">
                <a:solidFill>
                  <a:schemeClr val="accent4">
                    <a:lumMod val="50000"/>
                  </a:schemeClr>
                </a:solidFill>
                <a:latin typeface="Cambria" panose="02040503050406030204" pitchFamily="18" charset="0"/>
                <a:ea typeface="Cambria" panose="02040503050406030204" pitchFamily="18" charset="0"/>
              </a:rPr>
              <a:t>House Price Prediction</a:t>
            </a:r>
            <a:r>
              <a:rPr lang="en-US" dirty="0">
                <a:solidFill>
                  <a:schemeClr val="accent4">
                    <a:lumMod val="50000"/>
                  </a:schemeClr>
                </a:solidFill>
                <a:latin typeface="Cambria" panose="02040503050406030204" pitchFamily="18" charset="0"/>
                <a:ea typeface="Cambria" panose="02040503050406030204" pitchFamily="18" charset="0"/>
              </a:rPr>
              <a:t> Project </a:t>
            </a:r>
            <a:endParaRPr dirty="0">
              <a:solidFill>
                <a:schemeClr val="accent4">
                  <a:lumMod val="50000"/>
                </a:schemeClr>
              </a:solidFill>
              <a:latin typeface="Cambria" panose="02040503050406030204" pitchFamily="18" charset="0"/>
              <a:ea typeface="Cambria" panose="02040503050406030204" pitchFamily="18" charset="0"/>
            </a:endParaRPr>
          </a:p>
        </p:txBody>
      </p:sp>
      <p:pic>
        <p:nvPicPr>
          <p:cNvPr id="229" name="Google Shape;229;p22"/>
          <p:cNvPicPr preferRelativeResize="0">
            <a:picLocks noGrp="1"/>
          </p:cNvPicPr>
          <p:nvPr>
            <p:ph type="pic" idx="2"/>
          </p:nvPr>
        </p:nvPicPr>
        <p:blipFill rotWithShape="1">
          <a:blip r:embed="rId3">
            <a:alphaModFix/>
          </a:blip>
          <a:srcRect l="3311" r="12852"/>
          <a:stretch/>
        </p:blipFill>
        <p:spPr>
          <a:xfrm>
            <a:off x="90312" y="1227450"/>
            <a:ext cx="2844800" cy="3367128"/>
          </a:xfrm>
          <a:prstGeom prst="roundRect">
            <a:avLst>
              <a:gd name="adj" fmla="val 16667"/>
            </a:avLst>
          </a:prstGeom>
        </p:spPr>
      </p:pic>
      <p:pic>
        <p:nvPicPr>
          <p:cNvPr id="233" name="Google Shape;233;p22"/>
          <p:cNvPicPr preferRelativeResize="0">
            <a:picLocks noGrp="1"/>
          </p:cNvPicPr>
          <p:nvPr>
            <p:ph type="pic" idx="5"/>
          </p:nvPr>
        </p:nvPicPr>
        <p:blipFill rotWithShape="1">
          <a:blip r:embed="rId4">
            <a:alphaModFix/>
          </a:blip>
          <a:srcRect l="16675" r="16675"/>
          <a:stretch/>
        </p:blipFill>
        <p:spPr>
          <a:xfrm>
            <a:off x="3036711" y="1227450"/>
            <a:ext cx="3172178" cy="3367128"/>
          </a:xfrm>
          <a:prstGeom prst="roundRect">
            <a:avLst>
              <a:gd name="adj" fmla="val 16667"/>
            </a:avLst>
          </a:prstGeom>
        </p:spPr>
      </p:pic>
      <p:pic>
        <p:nvPicPr>
          <p:cNvPr id="234" name="Google Shape;234;p22"/>
          <p:cNvPicPr preferRelativeResize="0">
            <a:picLocks noGrp="1"/>
          </p:cNvPicPr>
          <p:nvPr>
            <p:ph type="pic" idx="6"/>
          </p:nvPr>
        </p:nvPicPr>
        <p:blipFill rotWithShape="1">
          <a:blip r:embed="rId5">
            <a:alphaModFix/>
          </a:blip>
          <a:srcRect/>
          <a:stretch/>
        </p:blipFill>
        <p:spPr>
          <a:xfrm>
            <a:off x="6299199" y="1246944"/>
            <a:ext cx="2754489" cy="3347634"/>
          </a:xfrm>
          <a:prstGeom prst="roundRect">
            <a:avLst>
              <a:gd name="adj" fmla="val 16667"/>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90" name="Google Shape;190;p19"/>
          <p:cNvSpPr txBox="1">
            <a:spLocks noGrp="1"/>
          </p:cNvSpPr>
          <p:nvPr>
            <p:ph type="body" idx="1"/>
          </p:nvPr>
        </p:nvSpPr>
        <p:spPr>
          <a:xfrm>
            <a:off x="-2" y="1119263"/>
            <a:ext cx="5220587" cy="1361606"/>
          </a:xfrm>
          <a:prstGeom prst="rect">
            <a:avLst/>
          </a:prstGeom>
        </p:spPr>
        <p:txBody>
          <a:bodyPr spcFirstLastPara="1" wrap="square" lIns="0" tIns="0" rIns="0" bIns="0" anchor="t" anchorCtr="0">
            <a:noAutofit/>
          </a:bodyPr>
          <a:lstStyle/>
          <a:p>
            <a:pPr marL="139700" indent="0">
              <a:buNone/>
            </a:pPr>
            <a:r>
              <a:rPr lang="en-US" sz="1600" b="1" dirty="0">
                <a:latin typeface="Cambria" panose="02040503050406030204" pitchFamily="18" charset="0"/>
                <a:ea typeface="Cambria" panose="02040503050406030204" pitchFamily="18" charset="0"/>
              </a:rPr>
              <a:t>Business Problem We Are Trying to Solve:</a:t>
            </a:r>
          </a:p>
          <a:p>
            <a:pPr marL="139700" indent="0">
              <a:buNone/>
            </a:pPr>
            <a:r>
              <a:rPr lang="en-US" sz="1600" dirty="0">
                <a:latin typeface="Cambria" panose="02040503050406030204" pitchFamily="18" charset="0"/>
                <a:ea typeface="Cambria" panose="02040503050406030204" pitchFamily="18" charset="0"/>
              </a:rPr>
              <a:t>Estimating an accurate house price using data-driven techniques to help buyers and sellers make informed decisions.</a:t>
            </a:r>
          </a:p>
        </p:txBody>
      </p:sp>
      <p:pic>
        <p:nvPicPr>
          <p:cNvPr id="188" name="Google Shape;188;p19"/>
          <p:cNvPicPr preferRelativeResize="0">
            <a:picLocks noGrp="1"/>
          </p:cNvPicPr>
          <p:nvPr>
            <p:ph type="pic" idx="2"/>
          </p:nvPr>
        </p:nvPicPr>
        <p:blipFill rotWithShape="1">
          <a:blip r:embed="rId3">
            <a:alphaModFix/>
          </a:blip>
          <a:srcRect t="6761" b="6770"/>
          <a:stretch/>
        </p:blipFill>
        <p:spPr>
          <a:xfrm>
            <a:off x="5311268" y="0"/>
            <a:ext cx="3832756" cy="2726400"/>
          </a:xfrm>
          <a:prstGeom prst="round2DiagRect">
            <a:avLst>
              <a:gd name="adj1" fmla="val 16667"/>
              <a:gd name="adj2" fmla="val 0"/>
            </a:avLst>
          </a:prstGeom>
        </p:spPr>
      </p:pic>
      <p:sp>
        <p:nvSpPr>
          <p:cNvPr id="189" name="Google Shape;189;p19"/>
          <p:cNvSpPr txBox="1">
            <a:spLocks noGrp="1"/>
          </p:cNvSpPr>
          <p:nvPr>
            <p:ph type="title"/>
          </p:nvPr>
        </p:nvSpPr>
        <p:spPr>
          <a:xfrm>
            <a:off x="430900" y="24331"/>
            <a:ext cx="3832756" cy="1008600"/>
          </a:xfrm>
          <a:prstGeom prst="rect">
            <a:avLst/>
          </a:prstGeom>
        </p:spPr>
        <p:txBody>
          <a:bodyPr spcFirstLastPara="1" wrap="square" lIns="0" tIns="0" rIns="0" bIns="0" anchor="b" anchorCtr="0">
            <a:noAutofit/>
          </a:bodyPr>
          <a:lstStyle/>
          <a:p>
            <a:pPr algn="ctr"/>
            <a:r>
              <a:rPr lang="en-US" sz="2800" b="1" dirty="0">
                <a:solidFill>
                  <a:srgbClr val="0070C0"/>
                </a:solidFill>
                <a:latin typeface="Cambria" panose="02040503050406030204" pitchFamily="18" charset="0"/>
                <a:ea typeface="Cambria" panose="02040503050406030204" pitchFamily="18" charset="0"/>
                <a:cs typeface="Arial" panose="020B0604020202020204" pitchFamily="34" charset="0"/>
              </a:rPr>
              <a:t>Business Problem Understanding</a:t>
            </a:r>
          </a:p>
        </p:txBody>
      </p:sp>
      <p:sp>
        <p:nvSpPr>
          <p:cNvPr id="191" name="Google Shape;191;p19"/>
          <p:cNvSpPr txBox="1">
            <a:spLocks noGrp="1"/>
          </p:cNvSpPr>
          <p:nvPr>
            <p:ph type="subTitle" idx="3"/>
          </p:nvPr>
        </p:nvSpPr>
        <p:spPr>
          <a:xfrm>
            <a:off x="430899" y="2870791"/>
            <a:ext cx="759947" cy="394507"/>
          </a:xfrm>
          <a:prstGeom prst="rect">
            <a:avLst/>
          </a:prstGeom>
        </p:spPr>
        <p:txBody>
          <a:bodyPr spcFirstLastPara="1" wrap="square" lIns="0" tIns="0" rIns="0" bIns="0" anchor="b" anchorCtr="0">
            <a:noAutofit/>
          </a:bodyPr>
          <a:lstStyle/>
          <a:p>
            <a:pPr marL="0" lvl="0" indent="0" algn="l" rtl="0">
              <a:spcBef>
                <a:spcPts val="0"/>
              </a:spcBef>
              <a:spcAft>
                <a:spcPts val="1200"/>
              </a:spcAft>
              <a:buNone/>
            </a:pPr>
            <a:r>
              <a:rPr lang="en-US" b="1" dirty="0">
                <a:latin typeface="Cambria" panose="02040503050406030204" pitchFamily="18" charset="0"/>
                <a:ea typeface="Cambria" panose="02040503050406030204" pitchFamily="18" charset="0"/>
              </a:rPr>
              <a:t>Scope:</a:t>
            </a:r>
            <a:endParaRPr b="1" dirty="0">
              <a:latin typeface="Cambria" panose="02040503050406030204" pitchFamily="18" charset="0"/>
              <a:ea typeface="Cambria" panose="02040503050406030204" pitchFamily="18" charset="0"/>
            </a:endParaRPr>
          </a:p>
        </p:txBody>
      </p:sp>
      <p:sp>
        <p:nvSpPr>
          <p:cNvPr id="192" name="Google Shape;192;p19"/>
          <p:cNvSpPr txBox="1">
            <a:spLocks noGrp="1"/>
          </p:cNvSpPr>
          <p:nvPr>
            <p:ph type="body" idx="4"/>
          </p:nvPr>
        </p:nvSpPr>
        <p:spPr>
          <a:xfrm>
            <a:off x="117520" y="3265299"/>
            <a:ext cx="4555770" cy="1657575"/>
          </a:xfrm>
          <a:prstGeom prst="rect">
            <a:avLst/>
          </a:prstGeom>
        </p:spPr>
        <p:txBody>
          <a:bodyPr spcFirstLastPara="1" wrap="square" lIns="0" tIns="0" rIns="0" bIns="0" anchor="t" anchorCtr="0">
            <a:noAutofit/>
          </a:bodyPr>
          <a:lstStyle/>
          <a:p>
            <a:pPr>
              <a:buFont typeface="Arial" panose="020B0604020202020204" pitchFamily="34" charset="0"/>
              <a:buChar char="•"/>
            </a:pPr>
            <a:r>
              <a:rPr lang="en-US" sz="1600" dirty="0">
                <a:latin typeface="Cambria" panose="02040503050406030204" pitchFamily="18" charset="0"/>
                <a:ea typeface="Cambria" panose="02040503050406030204" pitchFamily="18" charset="0"/>
              </a:rPr>
              <a:t>Analyze key factors such as location, size, condition, and market trends.</a:t>
            </a:r>
          </a:p>
          <a:p>
            <a:pPr>
              <a:buFont typeface="Arial" panose="020B0604020202020204" pitchFamily="34" charset="0"/>
              <a:buChar char="•"/>
            </a:pPr>
            <a:r>
              <a:rPr lang="en-US" sz="1600" dirty="0">
                <a:latin typeface="Cambria" panose="02040503050406030204" pitchFamily="18" charset="0"/>
                <a:ea typeface="Cambria" panose="02040503050406030204" pitchFamily="18" charset="0"/>
              </a:rPr>
              <a:t>Use machine learning to predict house prices.</a:t>
            </a:r>
          </a:p>
          <a:p>
            <a:pPr>
              <a:buFont typeface="Arial" panose="020B0604020202020204" pitchFamily="34" charset="0"/>
              <a:buChar char="•"/>
            </a:pPr>
            <a:r>
              <a:rPr lang="en-US" sz="1600" dirty="0">
                <a:latin typeface="Cambria" panose="02040503050406030204" pitchFamily="18" charset="0"/>
                <a:ea typeface="Cambria" panose="02040503050406030204" pitchFamily="18" charset="0"/>
              </a:rPr>
              <a:t>Provide insights for better real estate decision-making.</a:t>
            </a:r>
          </a:p>
        </p:txBody>
      </p:sp>
      <p:sp>
        <p:nvSpPr>
          <p:cNvPr id="193" name="Google Shape;193;p19"/>
          <p:cNvSpPr txBox="1">
            <a:spLocks noGrp="1"/>
          </p:cNvSpPr>
          <p:nvPr>
            <p:ph type="subTitle" idx="5"/>
          </p:nvPr>
        </p:nvSpPr>
        <p:spPr>
          <a:xfrm>
            <a:off x="4673290" y="2839565"/>
            <a:ext cx="1113922" cy="394508"/>
          </a:xfrm>
          <a:prstGeom prst="rect">
            <a:avLst/>
          </a:prstGeom>
        </p:spPr>
        <p:txBody>
          <a:bodyPr spcFirstLastPara="1" wrap="square" lIns="0" tIns="0" rIns="0" bIns="0" anchor="b" anchorCtr="0">
            <a:noAutofit/>
          </a:bodyPr>
          <a:lstStyle/>
          <a:p>
            <a:pPr marL="0" lvl="0" indent="0" algn="l" rtl="0">
              <a:spcBef>
                <a:spcPts val="0"/>
              </a:spcBef>
              <a:spcAft>
                <a:spcPts val="1200"/>
              </a:spcAft>
              <a:buNone/>
            </a:pPr>
            <a:r>
              <a:rPr lang="en-US" b="1" dirty="0">
                <a:latin typeface="Cambria" panose="02040503050406030204" pitchFamily="18" charset="0"/>
                <a:ea typeface="Cambria" panose="02040503050406030204" pitchFamily="18" charset="0"/>
              </a:rPr>
              <a:t>Objectives:</a:t>
            </a:r>
            <a:endParaRPr b="1" dirty="0">
              <a:latin typeface="Cambria" panose="02040503050406030204" pitchFamily="18" charset="0"/>
              <a:ea typeface="Cambria" panose="02040503050406030204" pitchFamily="18" charset="0"/>
            </a:endParaRPr>
          </a:p>
        </p:txBody>
      </p:sp>
      <p:sp>
        <p:nvSpPr>
          <p:cNvPr id="194" name="Google Shape;194;p19"/>
          <p:cNvSpPr txBox="1">
            <a:spLocks noGrp="1"/>
          </p:cNvSpPr>
          <p:nvPr>
            <p:ph type="body" idx="6"/>
          </p:nvPr>
        </p:nvSpPr>
        <p:spPr>
          <a:xfrm>
            <a:off x="4673290" y="3147238"/>
            <a:ext cx="4470710" cy="1775636"/>
          </a:xfrm>
          <a:prstGeom prst="rect">
            <a:avLst/>
          </a:prstGeom>
        </p:spPr>
        <p:txBody>
          <a:bodyPr spcFirstLastPara="1" wrap="square" lIns="0" tIns="0" rIns="0" bIns="0" anchor="t" anchorCtr="0">
            <a:noAutofit/>
          </a:bodyPr>
          <a:lstStyle/>
          <a:p>
            <a:pPr>
              <a:buFont typeface="Arial" panose="020B0604020202020204" pitchFamily="34" charset="0"/>
              <a:buChar char="•"/>
            </a:pPr>
            <a:r>
              <a:rPr lang="en-US" sz="1600" dirty="0">
                <a:latin typeface="Cambria" panose="02040503050406030204" pitchFamily="18" charset="0"/>
                <a:ea typeface="Cambria" panose="02040503050406030204" pitchFamily="18" charset="0"/>
              </a:rPr>
              <a:t>Develop a predictive model: Machine learning-based price estimation.</a:t>
            </a:r>
          </a:p>
          <a:p>
            <a:pPr>
              <a:buFont typeface="Arial" panose="020B0604020202020204" pitchFamily="34" charset="0"/>
              <a:buChar char="•"/>
            </a:pPr>
            <a:r>
              <a:rPr lang="en-US" sz="1600" dirty="0">
                <a:latin typeface="Cambria" panose="02040503050406030204" pitchFamily="18" charset="0"/>
                <a:ea typeface="Cambria" panose="02040503050406030204" pitchFamily="18" charset="0"/>
              </a:rPr>
              <a:t>Identify key factors: Understanding which attributes most impact price.</a:t>
            </a:r>
          </a:p>
          <a:p>
            <a:pPr>
              <a:buFont typeface="Arial" panose="020B0604020202020204" pitchFamily="34" charset="0"/>
              <a:buChar char="•"/>
            </a:pPr>
            <a:r>
              <a:rPr lang="en-US" sz="1600" dirty="0">
                <a:latin typeface="Cambria" panose="02040503050406030204" pitchFamily="18" charset="0"/>
                <a:ea typeface="Cambria" panose="02040503050406030204" pitchFamily="18" charset="0"/>
              </a:rPr>
              <a:t>Provide valuable insights: Gaining deeper knowledge of market trends.</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F6C6C-0EF8-ADC2-6A7D-E22E8408382D}"/>
              </a:ext>
            </a:extLst>
          </p:cNvPr>
          <p:cNvSpPr>
            <a:spLocks noGrp="1"/>
          </p:cNvSpPr>
          <p:nvPr>
            <p:ph type="title"/>
          </p:nvPr>
        </p:nvSpPr>
        <p:spPr>
          <a:xfrm>
            <a:off x="3418367" y="23925"/>
            <a:ext cx="2073349" cy="417329"/>
          </a:xfrm>
        </p:spPr>
        <p:txBody>
          <a:bodyPr/>
          <a:lstStyle/>
          <a:p>
            <a:r>
              <a:rPr lang="en-US" sz="2400" b="0" dirty="0">
                <a:solidFill>
                  <a:schemeClr val="tx1"/>
                </a:solidFill>
                <a:latin typeface="Cambria" panose="02040503050406030204" pitchFamily="18" charset="0"/>
                <a:ea typeface="Cambria" panose="02040503050406030204" pitchFamily="18" charset="0"/>
              </a:rPr>
              <a:t>Dataset Details</a:t>
            </a:r>
            <a:endParaRPr lang="en-IN" sz="2400" b="0" dirty="0">
              <a:solidFill>
                <a:schemeClr val="tx1"/>
              </a:solidFill>
              <a:latin typeface="Cambria" panose="02040503050406030204" pitchFamily="18" charset="0"/>
              <a:ea typeface="Cambria" panose="02040503050406030204" pitchFamily="18" charset="0"/>
            </a:endParaRPr>
          </a:p>
        </p:txBody>
      </p:sp>
      <p:pic>
        <p:nvPicPr>
          <p:cNvPr id="13" name="Picture Placeholder 12">
            <a:extLst>
              <a:ext uri="{FF2B5EF4-FFF2-40B4-BE49-F238E27FC236}">
                <a16:creationId xmlns:a16="http://schemas.microsoft.com/office/drawing/2014/main" id="{0083897C-0E6C-93F8-0455-9FF56DAC13F5}"/>
              </a:ext>
            </a:extLst>
          </p:cNvPr>
          <p:cNvPicPr>
            <a:picLocks noGrp="1" noChangeAspect="1"/>
          </p:cNvPicPr>
          <p:nvPr>
            <p:ph type="pic" idx="2"/>
          </p:nvPr>
        </p:nvPicPr>
        <p:blipFill>
          <a:blip r:embed="rId2">
            <a:extLst>
              <a:ext uri="{BEBA8EAE-BF5A-486C-A8C5-ECC9F3942E4B}">
                <a14:imgProps xmlns:a14="http://schemas.microsoft.com/office/drawing/2010/main">
                  <a14:imgLayer r:embed="rId3">
                    <a14:imgEffect>
                      <a14:sharpenSoften amount="-6000"/>
                    </a14:imgEffect>
                  </a14:imgLayer>
                </a14:imgProps>
              </a:ext>
            </a:extLst>
          </a:blip>
          <a:srcRect t="10963" b="10963"/>
          <a:stretch/>
        </p:blipFill>
        <p:spPr>
          <a:xfrm>
            <a:off x="85060" y="542956"/>
            <a:ext cx="3955312" cy="4576619"/>
          </a:xfrm>
          <a:prstGeom prst="round2DiagRect">
            <a:avLst>
              <a:gd name="adj1" fmla="val 0"/>
              <a:gd name="adj2" fmla="val 0"/>
            </a:avLst>
          </a:prstGeom>
          <a:effectLst>
            <a:softEdge rad="38100"/>
          </a:effectLst>
        </p:spPr>
      </p:pic>
      <p:sp>
        <p:nvSpPr>
          <p:cNvPr id="9" name="Text Placeholder 8">
            <a:extLst>
              <a:ext uri="{FF2B5EF4-FFF2-40B4-BE49-F238E27FC236}">
                <a16:creationId xmlns:a16="http://schemas.microsoft.com/office/drawing/2014/main" id="{EB248BCA-6DF0-74B2-5547-08530BAAA780}"/>
              </a:ext>
            </a:extLst>
          </p:cNvPr>
          <p:cNvSpPr>
            <a:spLocks noGrp="1"/>
          </p:cNvSpPr>
          <p:nvPr>
            <p:ph type="body" idx="7"/>
          </p:nvPr>
        </p:nvSpPr>
        <p:spPr>
          <a:xfrm>
            <a:off x="4040372" y="566881"/>
            <a:ext cx="5103628" cy="4552694"/>
          </a:xfrm>
          <a:gradFill flip="none" rotWithShape="1">
            <a:gsLst>
              <a:gs pos="0">
                <a:schemeClr val="accent3">
                  <a:lumMod val="9000"/>
                  <a:lumOff val="91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a:softEdge rad="31750"/>
          </a:effectLst>
        </p:spPr>
        <p:txBody>
          <a:bodyPr/>
          <a:lstStyle/>
          <a:p>
            <a:pPr>
              <a:buFont typeface="Wingdings" panose="05000000000000000000" pitchFamily="2" charset="2"/>
              <a:buChar char="v"/>
            </a:pPr>
            <a:r>
              <a:rPr lang="en-US" sz="1700" b="0" i="0" u="none" strike="noStrike" baseline="0" dirty="0">
                <a:solidFill>
                  <a:schemeClr val="tx1"/>
                </a:solidFill>
                <a:latin typeface="Cambria" panose="02040503050406030204" pitchFamily="18" charset="0"/>
                <a:ea typeface="Cambria" panose="02040503050406030204" pitchFamily="18" charset="0"/>
              </a:rPr>
              <a:t>We have 21613 rows and 23 columns in dataset.</a:t>
            </a:r>
          </a:p>
          <a:p>
            <a:pPr>
              <a:lnSpc>
                <a:spcPct val="150000"/>
              </a:lnSpc>
              <a:buFont typeface="Wingdings" panose="05000000000000000000" pitchFamily="2" charset="2"/>
              <a:buChar char="v"/>
            </a:pPr>
            <a:r>
              <a:rPr lang="en-US" sz="1700" dirty="0">
                <a:solidFill>
                  <a:schemeClr val="tx1"/>
                </a:solidFill>
                <a:latin typeface="Cambria" panose="02040503050406030204" pitchFamily="18" charset="0"/>
                <a:ea typeface="Cambria" panose="02040503050406030204" pitchFamily="18" charset="0"/>
              </a:rPr>
              <a:t>Our dataset consists of:</a:t>
            </a:r>
          </a:p>
          <a:p>
            <a:pPr marL="139700" indent="0">
              <a:buNone/>
            </a:pPr>
            <a:r>
              <a:rPr lang="en-US" sz="1700" dirty="0">
                <a:solidFill>
                  <a:schemeClr val="tx1"/>
                </a:solidFill>
                <a:latin typeface="Cambria" panose="02040503050406030204" pitchFamily="18" charset="0"/>
                <a:ea typeface="Cambria" panose="02040503050406030204" pitchFamily="18" charset="0"/>
              </a:rPr>
              <a:t>             4 integer-type features</a:t>
            </a:r>
          </a:p>
          <a:p>
            <a:pPr marL="139700" indent="0">
              <a:buNone/>
            </a:pPr>
            <a:r>
              <a:rPr lang="en-US" sz="1700" dirty="0">
                <a:solidFill>
                  <a:schemeClr val="tx1"/>
                </a:solidFill>
                <a:latin typeface="Cambria" panose="02040503050406030204" pitchFamily="18" charset="0"/>
                <a:ea typeface="Cambria" panose="02040503050406030204" pitchFamily="18" charset="0"/>
              </a:rPr>
              <a:t>             12 float-type features</a:t>
            </a:r>
          </a:p>
          <a:p>
            <a:pPr marL="139700" indent="0">
              <a:buNone/>
            </a:pPr>
            <a:r>
              <a:rPr lang="en-US" sz="1700" dirty="0">
                <a:solidFill>
                  <a:schemeClr val="tx1"/>
                </a:solidFill>
                <a:latin typeface="Cambria" panose="02040503050406030204" pitchFamily="18" charset="0"/>
                <a:ea typeface="Cambria" panose="02040503050406030204" pitchFamily="18" charset="0"/>
              </a:rPr>
              <a:t>             7 object-type features</a:t>
            </a:r>
          </a:p>
          <a:p>
            <a:pPr marL="139700" indent="0">
              <a:buNone/>
            </a:pPr>
            <a:endParaRPr lang="en-US" sz="1700" dirty="0">
              <a:solidFill>
                <a:schemeClr val="tx1"/>
              </a:solidFill>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1700" dirty="0">
                <a:solidFill>
                  <a:schemeClr val="tx1"/>
                </a:solidFill>
                <a:latin typeface="Cambria" panose="02040503050406030204" pitchFamily="18" charset="0"/>
                <a:ea typeface="Cambria" panose="02040503050406030204" pitchFamily="18" charset="0"/>
              </a:rPr>
              <a:t>Our dataset includes columns like latitude and longitude, which will be used for EDA but excluded from modeling along with some other features.</a:t>
            </a:r>
          </a:p>
          <a:p>
            <a:pPr marL="139700" indent="0">
              <a:buNone/>
            </a:pPr>
            <a:endParaRPr lang="en-IN" sz="1700" dirty="0">
              <a:solidFill>
                <a:schemeClr val="accent2"/>
              </a:solidFill>
              <a:latin typeface="Cambria" panose="02040503050406030204" pitchFamily="18" charset="0"/>
              <a:ea typeface="Cambria" panose="02040503050406030204" pitchFamily="18" charset="0"/>
            </a:endParaRPr>
          </a:p>
          <a:p>
            <a:pPr>
              <a:buFont typeface="Wingdings" panose="05000000000000000000" pitchFamily="2" charset="2"/>
              <a:buChar char="v"/>
            </a:pPr>
            <a:r>
              <a:rPr lang="en-US" sz="1700" dirty="0">
                <a:solidFill>
                  <a:schemeClr val="tx1"/>
                </a:solidFill>
                <a:latin typeface="Cambria" panose="02040503050406030204" pitchFamily="18" charset="0"/>
                <a:ea typeface="Cambria" panose="02040503050406030204" pitchFamily="18" charset="0"/>
              </a:rPr>
              <a:t>We identified anomalies in the dataset.</a:t>
            </a:r>
          </a:p>
        </p:txBody>
      </p:sp>
      <p:sp>
        <p:nvSpPr>
          <p:cNvPr id="14" name="Arrow: Notched Right 13">
            <a:extLst>
              <a:ext uri="{FF2B5EF4-FFF2-40B4-BE49-F238E27FC236}">
                <a16:creationId xmlns:a16="http://schemas.microsoft.com/office/drawing/2014/main" id="{42CE6B14-7CDC-1949-9D2A-C4C5B4E792D6}"/>
              </a:ext>
            </a:extLst>
          </p:cNvPr>
          <p:cNvSpPr/>
          <p:nvPr/>
        </p:nvSpPr>
        <p:spPr>
          <a:xfrm>
            <a:off x="4505545" y="1345042"/>
            <a:ext cx="180753" cy="127591"/>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Notched Right 14">
            <a:extLst>
              <a:ext uri="{FF2B5EF4-FFF2-40B4-BE49-F238E27FC236}">
                <a16:creationId xmlns:a16="http://schemas.microsoft.com/office/drawing/2014/main" id="{8F5B4EFA-6DB2-69A4-ACAB-2CDC33752A9A}"/>
              </a:ext>
            </a:extLst>
          </p:cNvPr>
          <p:cNvSpPr/>
          <p:nvPr/>
        </p:nvSpPr>
        <p:spPr>
          <a:xfrm>
            <a:off x="4504066" y="1644289"/>
            <a:ext cx="180753" cy="127591"/>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Notched Right 15">
            <a:extLst>
              <a:ext uri="{FF2B5EF4-FFF2-40B4-BE49-F238E27FC236}">
                <a16:creationId xmlns:a16="http://schemas.microsoft.com/office/drawing/2014/main" id="{564C74D5-5EC9-8020-84E5-CC84F3E83D58}"/>
              </a:ext>
            </a:extLst>
          </p:cNvPr>
          <p:cNvSpPr/>
          <p:nvPr/>
        </p:nvSpPr>
        <p:spPr>
          <a:xfrm>
            <a:off x="4481623" y="1943536"/>
            <a:ext cx="180753" cy="127591"/>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3480948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a:extLst>
            <a:ext uri="{FF2B5EF4-FFF2-40B4-BE49-F238E27FC236}">
              <a16:creationId xmlns:a16="http://schemas.microsoft.com/office/drawing/2014/main" id="{BCF3A2BE-C13C-13BF-3A1C-F00264DB63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92D89-A954-3B14-D959-F33B89825B17}"/>
              </a:ext>
            </a:extLst>
          </p:cNvPr>
          <p:cNvSpPr>
            <a:spLocks noGrp="1"/>
          </p:cNvSpPr>
          <p:nvPr>
            <p:ph type="title"/>
          </p:nvPr>
        </p:nvSpPr>
        <p:spPr>
          <a:xfrm>
            <a:off x="2753834" y="149551"/>
            <a:ext cx="3779313" cy="417329"/>
          </a:xfrm>
        </p:spPr>
        <p:txBody>
          <a:bodyPr/>
          <a:lstStyle/>
          <a:p>
            <a:r>
              <a:rPr lang="en-IN" sz="2400" b="1" i="0" u="none" strike="noStrike" baseline="0" dirty="0">
                <a:solidFill>
                  <a:srgbClr val="000000"/>
                </a:solidFill>
                <a:latin typeface="Cambria" panose="02040503050406030204" pitchFamily="18" charset="0"/>
                <a:ea typeface="Cambria" panose="02040503050406030204" pitchFamily="18" charset="0"/>
              </a:rPr>
              <a:t>Exploratory Data Analysis </a:t>
            </a:r>
            <a:r>
              <a:rPr lang="en-IN" sz="2400" b="0" dirty="0">
                <a:solidFill>
                  <a:schemeClr val="accent4">
                    <a:lumMod val="50000"/>
                  </a:schemeClr>
                </a:solidFill>
                <a:latin typeface="Cambria" panose="02040503050406030204" pitchFamily="18" charset="0"/>
                <a:ea typeface="Cambria" panose="02040503050406030204" pitchFamily="18" charset="0"/>
              </a:rPr>
              <a:t>s</a:t>
            </a:r>
          </a:p>
        </p:txBody>
      </p:sp>
      <p:sp>
        <p:nvSpPr>
          <p:cNvPr id="9" name="Text Placeholder 8">
            <a:extLst>
              <a:ext uri="{FF2B5EF4-FFF2-40B4-BE49-F238E27FC236}">
                <a16:creationId xmlns:a16="http://schemas.microsoft.com/office/drawing/2014/main" id="{7DE5D0D7-7F99-C48D-653C-BA4A75E06099}"/>
              </a:ext>
            </a:extLst>
          </p:cNvPr>
          <p:cNvSpPr>
            <a:spLocks noGrp="1"/>
          </p:cNvSpPr>
          <p:nvPr>
            <p:ph type="body" idx="7"/>
          </p:nvPr>
        </p:nvSpPr>
        <p:spPr>
          <a:xfrm>
            <a:off x="-1" y="721896"/>
            <a:ext cx="9144001" cy="4421604"/>
          </a:xfr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txBody>
          <a:bodyPr/>
          <a:lstStyle/>
          <a:p>
            <a:pPr>
              <a:lnSpc>
                <a:spcPct val="150000"/>
              </a:lnSpc>
              <a:buFont typeface="Arial" panose="020B0604020202020204" pitchFamily="34" charset="0"/>
              <a:buChar char="•"/>
            </a:pPr>
            <a:r>
              <a:rPr lang="en-US" sz="1800" dirty="0">
                <a:latin typeface="Cambria" panose="02040503050406030204" pitchFamily="18" charset="0"/>
                <a:ea typeface="Cambria" panose="02040503050406030204" pitchFamily="18" charset="0"/>
              </a:rPr>
              <a:t>Removed duplicate records, handled missing values.</a:t>
            </a:r>
          </a:p>
          <a:p>
            <a:pPr>
              <a:lnSpc>
                <a:spcPct val="150000"/>
              </a:lnSpc>
              <a:buFont typeface="Arial" panose="020B0604020202020204" pitchFamily="34" charset="0"/>
              <a:buChar char="•"/>
            </a:pPr>
            <a:r>
              <a:rPr lang="en-US" sz="1800" dirty="0">
                <a:latin typeface="Cambria" panose="02040503050406030204" pitchFamily="18" charset="0"/>
                <a:ea typeface="Cambria" panose="02040503050406030204" pitchFamily="18" charset="0"/>
              </a:rPr>
              <a:t>We also added some new feature in dataset for further analysis.</a:t>
            </a:r>
          </a:p>
          <a:p>
            <a:pPr>
              <a:lnSpc>
                <a:spcPct val="150000"/>
              </a:lnSpc>
              <a:buFont typeface="Arial" panose="020B0604020202020204" pitchFamily="34" charset="0"/>
              <a:buChar char="•"/>
            </a:pPr>
            <a:r>
              <a:rPr lang="en-US" sz="1800" dirty="0">
                <a:latin typeface="Cambria" panose="02040503050406030204" pitchFamily="18" charset="0"/>
                <a:ea typeface="Cambria" panose="02040503050406030204" pitchFamily="18" charset="0"/>
              </a:rPr>
              <a:t>We handled the outlier using Inter Quartile Range technique.</a:t>
            </a:r>
          </a:p>
          <a:p>
            <a:pPr>
              <a:lnSpc>
                <a:spcPct val="150000"/>
              </a:lnSpc>
              <a:buFont typeface="Arial" panose="020B0604020202020204" pitchFamily="34" charset="0"/>
              <a:buChar char="•"/>
            </a:pPr>
            <a:r>
              <a:rPr lang="en-US" sz="1800" dirty="0">
                <a:latin typeface="Cambria" panose="02040503050406030204" pitchFamily="18" charset="0"/>
                <a:ea typeface="Cambria" panose="02040503050406030204" pitchFamily="18" charset="0"/>
              </a:rPr>
              <a:t>Normalization &amp; transformation of variables using Standard Scaler. </a:t>
            </a:r>
          </a:p>
          <a:p>
            <a:pPr>
              <a:lnSpc>
                <a:spcPct val="150000"/>
              </a:lnSpc>
              <a:buFont typeface="Arial" panose="020B0604020202020204" pitchFamily="34" charset="0"/>
              <a:buChar char="•"/>
            </a:pPr>
            <a:r>
              <a:rPr lang="en-US" sz="1800" dirty="0">
                <a:latin typeface="Cambria" panose="02040503050406030204" pitchFamily="18" charset="0"/>
                <a:ea typeface="Cambria" panose="02040503050406030204" pitchFamily="18" charset="0"/>
              </a:rPr>
              <a:t>Heatmap of feature correlation.</a:t>
            </a:r>
          </a:p>
          <a:p>
            <a:pPr>
              <a:lnSpc>
                <a:spcPct val="150000"/>
              </a:lnSpc>
              <a:buFont typeface="Arial" panose="020B0604020202020204" pitchFamily="34" charset="0"/>
              <a:buChar char="•"/>
            </a:pPr>
            <a:r>
              <a:rPr lang="en-US" sz="1800" dirty="0">
                <a:latin typeface="Cambria" panose="02040503050406030204" pitchFamily="18" charset="0"/>
                <a:ea typeface="Cambria" panose="02040503050406030204" pitchFamily="18" charset="0"/>
              </a:rPr>
              <a:t>We have performed 2 Clustering techniques.</a:t>
            </a:r>
          </a:p>
          <a:p>
            <a:pPr marL="139700" indent="0">
              <a:lnSpc>
                <a:spcPct val="150000"/>
              </a:lnSpc>
              <a:buNone/>
            </a:pPr>
            <a:r>
              <a:rPr lang="en-US" sz="1800" dirty="0">
                <a:latin typeface="Cambria" panose="02040503050406030204" pitchFamily="18" charset="0"/>
                <a:ea typeface="Cambria" panose="02040503050406030204" pitchFamily="18" charset="0"/>
              </a:rPr>
              <a:t>       1 – K-means Clustering</a:t>
            </a:r>
          </a:p>
          <a:p>
            <a:pPr marL="139700" indent="0">
              <a:lnSpc>
                <a:spcPct val="150000"/>
              </a:lnSpc>
              <a:buNone/>
            </a:pPr>
            <a:r>
              <a:rPr lang="en-US" sz="1800" dirty="0">
                <a:latin typeface="Cambria" panose="02040503050406030204" pitchFamily="18" charset="0"/>
                <a:ea typeface="Cambria" panose="02040503050406030204" pitchFamily="18" charset="0"/>
              </a:rPr>
              <a:t>       2 -  </a:t>
            </a:r>
            <a:r>
              <a:rPr lang="en-IN" sz="1800" dirty="0">
                <a:latin typeface="Cambria" panose="02040503050406030204" pitchFamily="18" charset="0"/>
                <a:ea typeface="Cambria" panose="02040503050406030204" pitchFamily="18" charset="0"/>
              </a:rPr>
              <a:t>Hierarchical Clustering</a:t>
            </a:r>
          </a:p>
          <a:p>
            <a:pPr marL="139700" indent="0">
              <a:lnSpc>
                <a:spcPct val="150000"/>
              </a:lnSpc>
              <a:buNone/>
            </a:pPr>
            <a:r>
              <a:rPr lang="en-US" sz="1800" dirty="0">
                <a:latin typeface="Cambria" panose="02040503050406030204" pitchFamily="18" charset="0"/>
                <a:ea typeface="Cambria" panose="02040503050406030204" pitchFamily="18" charset="0"/>
              </a:rPr>
              <a:t> </a:t>
            </a:r>
          </a:p>
          <a:p>
            <a:pPr>
              <a:lnSpc>
                <a:spcPct val="150000"/>
              </a:lnSpc>
              <a:buFont typeface="Arial" panose="020B0604020202020204" pitchFamily="34" charset="0"/>
              <a:buChar char="•"/>
            </a:pPr>
            <a:endParaRPr lang="en-US" sz="1800" dirty="0">
              <a:latin typeface="Cambria" panose="02040503050406030204" pitchFamily="18" charset="0"/>
              <a:ea typeface="Cambria" panose="02040503050406030204" pitchFamily="18" charset="0"/>
            </a:endParaRPr>
          </a:p>
          <a:p>
            <a:pPr marL="139700" indent="0">
              <a:buNone/>
            </a:pPr>
            <a:endParaRPr lang="en-US" sz="1500" b="0" i="0" u="none" strike="noStrike" baseline="0" dirty="0">
              <a:solidFill>
                <a:schemeClr val="accent2"/>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657005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98000"/>
              </a:schemeClr>
            </a:gs>
            <a:gs pos="3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Shape 258"/>
        <p:cNvGrpSpPr/>
        <p:nvPr/>
      </p:nvGrpSpPr>
      <p:grpSpPr>
        <a:xfrm>
          <a:off x="0" y="0"/>
          <a:ext cx="0" cy="0"/>
          <a:chOff x="0" y="0"/>
          <a:chExt cx="0" cy="0"/>
        </a:xfrm>
      </p:grpSpPr>
      <p:sp>
        <p:nvSpPr>
          <p:cNvPr id="41" name="Google Shape;245;p23">
            <a:extLst>
              <a:ext uri="{FF2B5EF4-FFF2-40B4-BE49-F238E27FC236}">
                <a16:creationId xmlns:a16="http://schemas.microsoft.com/office/drawing/2014/main" id="{E2642FC4-D492-F37C-0E69-430F8D0B6626}"/>
              </a:ext>
            </a:extLst>
          </p:cNvPr>
          <p:cNvSpPr txBox="1">
            <a:spLocks/>
          </p:cNvSpPr>
          <p:nvPr/>
        </p:nvSpPr>
        <p:spPr>
          <a:xfrm>
            <a:off x="6908800" y="0"/>
            <a:ext cx="2235200" cy="5143500"/>
          </a:xfrm>
          <a:prstGeom prst="rect">
            <a:avLst/>
          </a:prstGeom>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spcAft>
                <a:spcPts val="675"/>
              </a:spcAft>
              <a:buFont typeface="Arial" panose="020B0604020202020204" pitchFamily="34" charset="0"/>
              <a:buChar char="•"/>
            </a:pPr>
            <a:endParaRPr lang="en-US" sz="1600" b="0" i="0" dirty="0">
              <a:solidFill>
                <a:schemeClr val="bg1"/>
              </a:solidFill>
              <a:effectLst/>
              <a:latin typeface="Cambria" panose="02040503050406030204" pitchFamily="18" charset="0"/>
              <a:ea typeface="Cambria" panose="02040503050406030204" pitchFamily="18" charset="0"/>
            </a:endParaRPr>
          </a:p>
          <a:p>
            <a:pPr algn="l">
              <a:spcAft>
                <a:spcPts val="675"/>
              </a:spcAft>
              <a:buFont typeface="Arial" panose="020B0604020202020204" pitchFamily="34" charset="0"/>
              <a:buChar char="•"/>
            </a:pPr>
            <a:r>
              <a:rPr lang="en-US" sz="2400" dirty="0">
                <a:solidFill>
                  <a:schemeClr val="bg1"/>
                </a:solidFill>
                <a:latin typeface="Cambria" panose="02040503050406030204" pitchFamily="18" charset="0"/>
                <a:ea typeface="Cambria" panose="02040503050406030204" pitchFamily="18" charset="0"/>
              </a:rPr>
              <a:t>Observation:</a:t>
            </a:r>
          </a:p>
          <a:p>
            <a:pPr algn="l">
              <a:spcAft>
                <a:spcPts val="675"/>
              </a:spcAft>
              <a:buFont typeface="Arial" panose="020B0604020202020204" pitchFamily="34" charset="0"/>
              <a:buChar char="•"/>
            </a:pPr>
            <a:endParaRPr lang="en-US" sz="1600" b="0" i="0" dirty="0">
              <a:solidFill>
                <a:schemeClr val="bg1"/>
              </a:solidFill>
              <a:effectLst/>
              <a:latin typeface="Cambria" panose="02040503050406030204" pitchFamily="18" charset="0"/>
              <a:ea typeface="Cambria" panose="02040503050406030204" pitchFamily="18" charset="0"/>
            </a:endParaRPr>
          </a:p>
          <a:p>
            <a:pPr marL="285750" indent="-285750" algn="l">
              <a:spcAft>
                <a:spcPts val="675"/>
              </a:spcAft>
              <a:buFont typeface="Wingdings" panose="05000000000000000000" pitchFamily="2" charset="2"/>
              <a:buChar char="v"/>
            </a:pPr>
            <a:r>
              <a:rPr lang="en-US" sz="1600" b="0" i="0" dirty="0">
                <a:solidFill>
                  <a:schemeClr val="bg1"/>
                </a:solidFill>
                <a:effectLst/>
                <a:latin typeface="Cambria" panose="02040503050406030204" pitchFamily="18" charset="0"/>
                <a:ea typeface="Cambria" panose="02040503050406030204" pitchFamily="18" charset="0"/>
              </a:rPr>
              <a:t>The graph shows the average house prices over different months from mid-2014 to mid-2015.</a:t>
            </a:r>
          </a:p>
          <a:p>
            <a:pPr marL="285750" indent="-285750" algn="l">
              <a:spcAft>
                <a:spcPts val="675"/>
              </a:spcAft>
              <a:buFont typeface="Arial" panose="020B0604020202020204" pitchFamily="34" charset="0"/>
              <a:buChar char="•"/>
            </a:pPr>
            <a:r>
              <a:rPr lang="en-US" sz="1600" b="0" i="0" dirty="0">
                <a:solidFill>
                  <a:schemeClr val="bg1"/>
                </a:solidFill>
                <a:effectLst/>
                <a:latin typeface="Cambria" panose="02040503050406030204" pitchFamily="18" charset="0"/>
                <a:ea typeface="Cambria" panose="02040503050406030204" pitchFamily="18" charset="0"/>
              </a:rPr>
              <a:t>There is a notable fluctuation in the house prices across these months.</a:t>
            </a:r>
          </a:p>
          <a:p>
            <a:pPr marL="285750" indent="-285750" algn="l">
              <a:spcAft>
                <a:spcPts val="675"/>
              </a:spcAft>
              <a:buFont typeface="Arial" panose="020B0604020202020204" pitchFamily="34" charset="0"/>
              <a:buChar char="•"/>
            </a:pPr>
            <a:r>
              <a:rPr lang="en-US" sz="1600" b="0" i="0" dirty="0">
                <a:solidFill>
                  <a:schemeClr val="bg1"/>
                </a:solidFill>
                <a:effectLst/>
                <a:latin typeface="Cambria" panose="02040503050406030204" pitchFamily="18" charset="0"/>
                <a:ea typeface="Cambria" panose="02040503050406030204" pitchFamily="18" charset="0"/>
              </a:rPr>
              <a:t>Prices peaked in April 2015 and June 2014, with a low point in February 2015.</a:t>
            </a:r>
          </a:p>
          <a:p>
            <a:pPr algn="r">
              <a:spcAft>
                <a:spcPts val="1200"/>
              </a:spcAft>
            </a:pPr>
            <a:r>
              <a:rPr lang="en-US" dirty="0"/>
              <a:t>.</a:t>
            </a:r>
          </a:p>
        </p:txBody>
      </p:sp>
      <p:pic>
        <p:nvPicPr>
          <p:cNvPr id="50" name="Picture Placeholder 49" descr="A graph with blue lines&#10;&#10;AI-generated content may be incorrect.">
            <a:extLst>
              <a:ext uri="{FF2B5EF4-FFF2-40B4-BE49-F238E27FC236}">
                <a16:creationId xmlns:a16="http://schemas.microsoft.com/office/drawing/2014/main" id="{D251FCEE-4ECB-77FF-4552-2E2E84741130}"/>
              </a:ext>
            </a:extLst>
          </p:cNvPr>
          <p:cNvPicPr>
            <a:picLocks noGrp="1"/>
          </p:cNvPicPr>
          <p:nvPr>
            <p:ph type="pic" idx="2"/>
          </p:nvPr>
        </p:nvPicPr>
        <p:blipFill>
          <a:blip r:embed="rId3"/>
          <a:stretch>
            <a:fillRect/>
          </a:stretch>
        </p:blipFill>
        <p:spPr>
          <a:xfrm>
            <a:off x="0" y="635000"/>
            <a:ext cx="6908800" cy="4508500"/>
          </a:xfrm>
          <a:prstGeom prst="round2DiagRect">
            <a:avLst>
              <a:gd name="adj1" fmla="val 454"/>
              <a:gd name="adj2" fmla="val 0"/>
            </a:avLst>
          </a:prstGeom>
          <a:effectLst>
            <a:softEdge rad="31750"/>
          </a:effectLst>
        </p:spPr>
      </p:pic>
      <p:sp>
        <p:nvSpPr>
          <p:cNvPr id="54" name="TextBox 53">
            <a:extLst>
              <a:ext uri="{FF2B5EF4-FFF2-40B4-BE49-F238E27FC236}">
                <a16:creationId xmlns:a16="http://schemas.microsoft.com/office/drawing/2014/main" id="{CFADEC5D-617C-7D4E-B1DD-BCE05C154136}"/>
              </a:ext>
            </a:extLst>
          </p:cNvPr>
          <p:cNvSpPr txBox="1"/>
          <p:nvPr/>
        </p:nvSpPr>
        <p:spPr>
          <a:xfrm>
            <a:off x="189821" y="117445"/>
            <a:ext cx="3754436" cy="400110"/>
          </a:xfrm>
          <a:prstGeom prst="rect">
            <a:avLst/>
          </a:prstGeom>
          <a:noFill/>
        </p:spPr>
        <p:txBody>
          <a:bodyPr wrap="square">
            <a:spAutoFit/>
          </a:bodyPr>
          <a:lstStyle/>
          <a:p>
            <a:r>
              <a:rPr lang="en-IN" sz="2000" b="1" i="0" u="none" strike="noStrike" baseline="0" dirty="0">
                <a:solidFill>
                  <a:schemeClr val="bg1"/>
                </a:solidFill>
                <a:latin typeface="Cambria" panose="02040503050406030204" pitchFamily="18" charset="0"/>
                <a:ea typeface="Cambria" panose="02040503050406030204" pitchFamily="18" charset="0"/>
              </a:rPr>
              <a:t>Exploratory Data Analysis</a:t>
            </a:r>
            <a:r>
              <a:rPr lang="en-IN" sz="1800" b="1" i="0" u="none" strike="noStrike" baseline="0" dirty="0">
                <a:solidFill>
                  <a:schemeClr val="bg1"/>
                </a:solidFill>
                <a:latin typeface="Cambria" panose="02040503050406030204" pitchFamily="18" charset="0"/>
                <a:ea typeface="Cambria" panose="02040503050406030204" pitchFamily="18" charset="0"/>
              </a:rPr>
              <a:t> </a:t>
            </a:r>
            <a:endParaRPr lang="en-IN" sz="18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FA415-1EEB-5759-81B1-AC3417791E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F58D8-CFE0-E6BD-0756-478AAB2B7AA8}"/>
              </a:ext>
            </a:extLst>
          </p:cNvPr>
          <p:cNvSpPr>
            <a:spLocks noGrp="1"/>
          </p:cNvSpPr>
          <p:nvPr>
            <p:ph type="title"/>
          </p:nvPr>
        </p:nvSpPr>
        <p:spPr>
          <a:xfrm>
            <a:off x="1943100" y="55381"/>
            <a:ext cx="4864100" cy="452620"/>
          </a:xfrm>
        </p:spPr>
        <p:txBody>
          <a:bodyPr/>
          <a:lstStyle/>
          <a:p>
            <a:r>
              <a:rPr lang="en-IN" sz="2400" dirty="0">
                <a:latin typeface="Cambria" panose="02040503050406030204" pitchFamily="18" charset="0"/>
                <a:ea typeface="Cambria" panose="02040503050406030204" pitchFamily="18" charset="0"/>
              </a:rPr>
              <a:t>Feature Scaling &amp; Transformation</a:t>
            </a:r>
            <a:endParaRPr lang="en-IN" sz="2400" b="0" dirty="0">
              <a:solidFill>
                <a:schemeClr val="accent4">
                  <a:lumMod val="50000"/>
                </a:schemeClr>
              </a:solidFill>
              <a:latin typeface="Cambria" panose="02040503050406030204" pitchFamily="18" charset="0"/>
              <a:ea typeface="Cambria" panose="02040503050406030204" pitchFamily="18" charset="0"/>
            </a:endParaRPr>
          </a:p>
        </p:txBody>
      </p:sp>
      <p:sp>
        <p:nvSpPr>
          <p:cNvPr id="9" name="Text Placeholder 8">
            <a:extLst>
              <a:ext uri="{FF2B5EF4-FFF2-40B4-BE49-F238E27FC236}">
                <a16:creationId xmlns:a16="http://schemas.microsoft.com/office/drawing/2014/main" id="{163895EB-57B6-005C-8D4C-0E46A003E408}"/>
              </a:ext>
            </a:extLst>
          </p:cNvPr>
          <p:cNvSpPr>
            <a:spLocks noGrp="1"/>
          </p:cNvSpPr>
          <p:nvPr>
            <p:ph type="body" idx="7"/>
          </p:nvPr>
        </p:nvSpPr>
        <p:spPr>
          <a:xfrm>
            <a:off x="88900" y="635000"/>
            <a:ext cx="8966200" cy="2395720"/>
          </a:xfr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txBody>
          <a:bodyPr/>
          <a:lstStyle/>
          <a:p>
            <a:pPr>
              <a:lnSpc>
                <a:spcPct val="150000"/>
              </a:lnSpc>
              <a:buFont typeface="Wingdings" panose="05000000000000000000" pitchFamily="2" charset="2"/>
              <a:buChar char="v"/>
            </a:pPr>
            <a:r>
              <a:rPr lang="en-US" sz="1700" dirty="0">
                <a:latin typeface="Cambria" panose="02040503050406030204" pitchFamily="18" charset="0"/>
                <a:ea typeface="Cambria" panose="02040503050406030204" pitchFamily="18" charset="0"/>
              </a:rPr>
              <a:t>Standardization (Z-score Scaling): Centers data with mean 0, standard deviation 1</a:t>
            </a:r>
            <a:r>
              <a:rPr lang="en-IN" sz="1700" dirty="0">
                <a:latin typeface="Cambria" panose="02040503050406030204" pitchFamily="18" charset="0"/>
                <a:ea typeface="Cambria" panose="02040503050406030204" pitchFamily="18" charset="0"/>
              </a:rPr>
              <a:t>.</a:t>
            </a:r>
          </a:p>
          <a:p>
            <a:pPr>
              <a:lnSpc>
                <a:spcPct val="150000"/>
              </a:lnSpc>
              <a:buFont typeface="Wingdings" panose="05000000000000000000" pitchFamily="2" charset="2"/>
              <a:buChar char="v"/>
            </a:pPr>
            <a:r>
              <a:rPr lang="en-US" sz="1700" dirty="0">
                <a:latin typeface="Cambria" panose="02040503050406030204" pitchFamily="18" charset="0"/>
                <a:ea typeface="Cambria" panose="02040503050406030204" pitchFamily="18" charset="0"/>
              </a:rPr>
              <a:t>Encoding Categorical Variables </a:t>
            </a:r>
          </a:p>
          <a:p>
            <a:pPr marL="139700" indent="0">
              <a:lnSpc>
                <a:spcPct val="150000"/>
              </a:lnSpc>
              <a:buNone/>
            </a:pPr>
            <a:r>
              <a:rPr lang="en-US" sz="1700" dirty="0">
                <a:latin typeface="Cambria" panose="02040503050406030204" pitchFamily="18" charset="0"/>
                <a:ea typeface="Cambria" panose="02040503050406030204" pitchFamily="18" charset="0"/>
              </a:rPr>
              <a:t>        1 - One-Hot Encoding (for nominal categories).</a:t>
            </a:r>
          </a:p>
          <a:p>
            <a:pPr marL="139700" indent="0">
              <a:lnSpc>
                <a:spcPct val="150000"/>
              </a:lnSpc>
              <a:buNone/>
            </a:pPr>
            <a:r>
              <a:rPr lang="en-US" sz="1700" dirty="0">
                <a:latin typeface="Cambria" panose="02040503050406030204" pitchFamily="18" charset="0"/>
                <a:ea typeface="Cambria" panose="02040503050406030204" pitchFamily="18" charset="0"/>
              </a:rPr>
              <a:t>        2 - Label Encoding (for ordinal categories).</a:t>
            </a:r>
          </a:p>
          <a:p>
            <a:pPr>
              <a:lnSpc>
                <a:spcPct val="150000"/>
              </a:lnSpc>
              <a:buFont typeface="Wingdings" panose="05000000000000000000" pitchFamily="2" charset="2"/>
              <a:buChar char="v"/>
            </a:pPr>
            <a:r>
              <a:rPr lang="en-US" sz="1700" dirty="0">
                <a:latin typeface="Cambria" panose="02040503050406030204" pitchFamily="18" charset="0"/>
                <a:ea typeface="Cambria" panose="02040503050406030204" pitchFamily="18" charset="0"/>
              </a:rPr>
              <a:t>Post modeling, we have 21613 rows and 42 columns in our new dataset. </a:t>
            </a:r>
          </a:p>
          <a:p>
            <a:pPr>
              <a:lnSpc>
                <a:spcPct val="150000"/>
              </a:lnSpc>
              <a:buFont typeface="Wingdings" panose="05000000000000000000" pitchFamily="2" charset="2"/>
              <a:buChar char="v"/>
            </a:pPr>
            <a:r>
              <a:rPr lang="en-US" sz="1700" dirty="0">
                <a:latin typeface="Cambria" panose="02040503050406030204" pitchFamily="18" charset="0"/>
                <a:ea typeface="Cambria" panose="02040503050406030204" pitchFamily="18" charset="0"/>
              </a:rPr>
              <a:t>We split the data into training and testing sets splitting data 70:30.</a:t>
            </a:r>
          </a:p>
        </p:txBody>
      </p:sp>
      <p:pic>
        <p:nvPicPr>
          <p:cNvPr id="8" name="Picture 7">
            <a:extLst>
              <a:ext uri="{FF2B5EF4-FFF2-40B4-BE49-F238E27FC236}">
                <a16:creationId xmlns:a16="http://schemas.microsoft.com/office/drawing/2014/main" id="{2E0AFD16-5F81-B728-0DE0-359E5E8FA0BB}"/>
              </a:ext>
            </a:extLst>
          </p:cNvPr>
          <p:cNvPicPr>
            <a:picLocks noChangeAspect="1"/>
          </p:cNvPicPr>
          <p:nvPr/>
        </p:nvPicPr>
        <p:blipFill>
          <a:blip r:embed="rId2"/>
          <a:stretch>
            <a:fillRect/>
          </a:stretch>
        </p:blipFill>
        <p:spPr>
          <a:xfrm>
            <a:off x="88900" y="3030719"/>
            <a:ext cx="8966200" cy="2057401"/>
          </a:xfrm>
          <a:prstGeom prst="rect">
            <a:avLst/>
          </a:prstGeom>
        </p:spPr>
      </p:pic>
      <p:sp>
        <p:nvSpPr>
          <p:cNvPr id="5" name="Arrow: Notched Right 4">
            <a:extLst>
              <a:ext uri="{FF2B5EF4-FFF2-40B4-BE49-F238E27FC236}">
                <a16:creationId xmlns:a16="http://schemas.microsoft.com/office/drawing/2014/main" id="{B508DF2D-21C3-A5A1-B901-81C177594090}"/>
              </a:ext>
            </a:extLst>
          </p:cNvPr>
          <p:cNvSpPr/>
          <p:nvPr/>
        </p:nvSpPr>
        <p:spPr>
          <a:xfrm>
            <a:off x="3494314" y="1175657"/>
            <a:ext cx="195943" cy="119743"/>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5517848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8873-119A-7977-92F0-A3EFF5AB4D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063975-42D6-4E54-B5F1-24767FA29380}"/>
              </a:ext>
            </a:extLst>
          </p:cNvPr>
          <p:cNvSpPr>
            <a:spLocks noGrp="1"/>
          </p:cNvSpPr>
          <p:nvPr>
            <p:ph type="title"/>
          </p:nvPr>
        </p:nvSpPr>
        <p:spPr>
          <a:xfrm>
            <a:off x="1964365" y="186220"/>
            <a:ext cx="4864100" cy="420381"/>
          </a:xfrm>
        </p:spPr>
        <p:txBody>
          <a:bodyPr/>
          <a:lstStyle/>
          <a:p>
            <a:r>
              <a:rPr lang="en-IN" sz="2400" dirty="0">
                <a:latin typeface="Cambria" panose="02040503050406030204" pitchFamily="18" charset="0"/>
                <a:ea typeface="Cambria" panose="02040503050406030204" pitchFamily="18" charset="0"/>
              </a:rPr>
              <a:t>Modelling Approach</a:t>
            </a:r>
            <a:endParaRPr lang="en-IN" sz="2400" b="0" dirty="0">
              <a:solidFill>
                <a:schemeClr val="accent4">
                  <a:lumMod val="50000"/>
                </a:schemeClr>
              </a:solidFill>
              <a:latin typeface="Cambria" panose="02040503050406030204" pitchFamily="18" charset="0"/>
              <a:ea typeface="Cambria" panose="02040503050406030204" pitchFamily="18" charset="0"/>
            </a:endParaRPr>
          </a:p>
        </p:txBody>
      </p:sp>
      <p:sp>
        <p:nvSpPr>
          <p:cNvPr id="9" name="Text Placeholder 8">
            <a:extLst>
              <a:ext uri="{FF2B5EF4-FFF2-40B4-BE49-F238E27FC236}">
                <a16:creationId xmlns:a16="http://schemas.microsoft.com/office/drawing/2014/main" id="{69546BB1-B4C2-5720-B1FB-24D25F2B2442}"/>
              </a:ext>
            </a:extLst>
          </p:cNvPr>
          <p:cNvSpPr>
            <a:spLocks noGrp="1"/>
          </p:cNvSpPr>
          <p:nvPr>
            <p:ph type="body" idx="7"/>
          </p:nvPr>
        </p:nvSpPr>
        <p:spPr>
          <a:xfrm>
            <a:off x="88900" y="797443"/>
            <a:ext cx="8966200" cy="4290676"/>
          </a:xfr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txBody>
          <a:bodyPr/>
          <a:lstStyle/>
          <a:p>
            <a:pPr>
              <a:lnSpc>
                <a:spcPct val="200000"/>
              </a:lnSpc>
              <a:buFont typeface="Wingdings" panose="05000000000000000000" pitchFamily="2" charset="2"/>
              <a:buChar char="v"/>
            </a:pPr>
            <a:r>
              <a:rPr lang="en-US" sz="1800" dirty="0">
                <a:latin typeface="Cambria" panose="02040503050406030204" pitchFamily="18" charset="0"/>
                <a:ea typeface="Cambria" panose="02040503050406030204" pitchFamily="18" charset="0"/>
              </a:rPr>
              <a:t>Multiple regression and machine learning models explored.</a:t>
            </a:r>
          </a:p>
          <a:p>
            <a:pPr>
              <a:lnSpc>
                <a:spcPct val="150000"/>
              </a:lnSpc>
              <a:buFont typeface="Wingdings" panose="05000000000000000000" pitchFamily="2" charset="2"/>
              <a:buChar char="v"/>
            </a:pPr>
            <a:r>
              <a:rPr lang="en-US" sz="1800" dirty="0">
                <a:latin typeface="Cambria" panose="02040503050406030204" pitchFamily="18" charset="0"/>
                <a:ea typeface="Cambria" panose="02040503050406030204" pitchFamily="18" charset="0"/>
              </a:rPr>
              <a:t>Used models: Linear Regression, </a:t>
            </a:r>
            <a:r>
              <a:rPr lang="en-IN" sz="1800" i="0" dirty="0">
                <a:solidFill>
                  <a:srgbClr val="000000"/>
                </a:solidFill>
                <a:effectLst/>
                <a:latin typeface="Cambria" panose="02040503050406030204" pitchFamily="18" charset="0"/>
                <a:ea typeface="Cambria" panose="02040503050406030204" pitchFamily="18" charset="0"/>
              </a:rPr>
              <a:t>Ridge Regression, Lasso Regression, </a:t>
            </a:r>
            <a:r>
              <a:rPr lang="en-US" sz="1800" dirty="0">
                <a:latin typeface="Cambria" panose="02040503050406030204" pitchFamily="18" charset="0"/>
                <a:ea typeface="Cambria" panose="02040503050406030204" pitchFamily="18" charset="0"/>
              </a:rPr>
              <a:t>Decision Trees, Random Forest, </a:t>
            </a:r>
            <a:r>
              <a:rPr lang="en-IN" sz="1800" i="0" dirty="0">
                <a:solidFill>
                  <a:srgbClr val="000000"/>
                </a:solidFill>
                <a:effectLst/>
                <a:latin typeface="Cambria" panose="02040503050406030204" pitchFamily="18" charset="0"/>
                <a:ea typeface="Cambria" panose="02040503050406030204" pitchFamily="18" charset="0"/>
              </a:rPr>
              <a:t>Support Vector Regression, Gradient Boosting, XG Boosting, Ada Boosting</a:t>
            </a:r>
            <a:r>
              <a:rPr lang="en-US" sz="1800" dirty="0">
                <a:latin typeface="Cambria" panose="02040503050406030204" pitchFamily="18" charset="0"/>
                <a:ea typeface="Cambria" panose="02040503050406030204" pitchFamily="18" charset="0"/>
              </a:rPr>
              <a:t>.</a:t>
            </a:r>
          </a:p>
          <a:p>
            <a:pPr>
              <a:lnSpc>
                <a:spcPct val="200000"/>
              </a:lnSpc>
              <a:buFont typeface="Wingdings" panose="05000000000000000000" pitchFamily="2" charset="2"/>
              <a:buChar char="v"/>
            </a:pPr>
            <a:r>
              <a:rPr lang="en-IN" sz="1800" dirty="0">
                <a:solidFill>
                  <a:srgbClr val="000000"/>
                </a:solidFill>
                <a:latin typeface="Cambria" panose="02040503050406030204" pitchFamily="18" charset="0"/>
                <a:ea typeface="Cambria" panose="02040503050406030204" pitchFamily="18" charset="0"/>
              </a:rPr>
              <a:t>Model hyperparameter tuning using </a:t>
            </a:r>
            <a:r>
              <a:rPr lang="en-IN" sz="1800" dirty="0" err="1">
                <a:solidFill>
                  <a:srgbClr val="000000"/>
                </a:solidFill>
                <a:latin typeface="Cambria" panose="02040503050406030204" pitchFamily="18" charset="0"/>
                <a:ea typeface="Cambria" panose="02040503050406030204" pitchFamily="18" charset="0"/>
              </a:rPr>
              <a:t>GridSearchCV</a:t>
            </a:r>
            <a:r>
              <a:rPr lang="en-IN" sz="1800" dirty="0">
                <a:solidFill>
                  <a:srgbClr val="000000"/>
                </a:solidFill>
                <a:latin typeface="Cambria" panose="02040503050406030204" pitchFamily="18" charset="0"/>
                <a:ea typeface="Cambria" panose="02040503050406030204" pitchFamily="18" charset="0"/>
              </a:rPr>
              <a:t>.</a:t>
            </a:r>
          </a:p>
          <a:p>
            <a:pPr>
              <a:lnSpc>
                <a:spcPct val="150000"/>
              </a:lnSpc>
              <a:buFont typeface="Wingdings" panose="05000000000000000000" pitchFamily="2" charset="2"/>
              <a:buChar char="v"/>
            </a:pPr>
            <a:r>
              <a:rPr lang="en-US" sz="1800" dirty="0">
                <a:latin typeface="Cambria" panose="02040503050406030204" pitchFamily="18" charset="0"/>
                <a:ea typeface="Cambria" panose="02040503050406030204" pitchFamily="18" charset="0"/>
              </a:rPr>
              <a:t>Table comparing Mean Squared Error (MSE), Root Mean Squared Error (RMSE), Mean Absolute Error (MAE) &amp; R-squared (R²) scores for different models.</a:t>
            </a:r>
          </a:p>
          <a:p>
            <a:pPr>
              <a:lnSpc>
                <a:spcPct val="150000"/>
              </a:lnSpc>
              <a:buFont typeface="Wingdings" panose="05000000000000000000" pitchFamily="2" charset="2"/>
              <a:buChar char="v"/>
            </a:pPr>
            <a:endParaRPr lang="en-US" sz="2400" dirty="0"/>
          </a:p>
          <a:p>
            <a:pPr>
              <a:lnSpc>
                <a:spcPct val="150000"/>
              </a:lnSpc>
              <a:buFont typeface="Wingdings" panose="05000000000000000000" pitchFamily="2" charset="2"/>
              <a:buChar char="v"/>
            </a:pPr>
            <a:endParaRPr lang="en-IN" sz="1800" dirty="0">
              <a:solidFill>
                <a:srgbClr val="000000"/>
              </a:solidFill>
              <a:latin typeface="Cambria" panose="02040503050406030204" pitchFamily="18" charset="0"/>
              <a:ea typeface="Cambria" panose="02040503050406030204" pitchFamily="18" charset="0"/>
            </a:endParaRPr>
          </a:p>
          <a:p>
            <a:pPr>
              <a:lnSpc>
                <a:spcPct val="150000"/>
              </a:lnSpc>
              <a:buFont typeface="Wingdings" panose="05000000000000000000" pitchFamily="2" charset="2"/>
              <a:buChar char="v"/>
            </a:pPr>
            <a:endParaRPr lang="en-US"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7290935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a:extLst>
            <a:ext uri="{FF2B5EF4-FFF2-40B4-BE49-F238E27FC236}">
              <a16:creationId xmlns:a16="http://schemas.microsoft.com/office/drawing/2014/main" id="{2E5C9077-CA78-4C83-0EAD-419E990D6B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BD2AC7-757F-DD37-A633-A403A22B150A}"/>
              </a:ext>
            </a:extLst>
          </p:cNvPr>
          <p:cNvSpPr>
            <a:spLocks noGrp="1"/>
          </p:cNvSpPr>
          <p:nvPr>
            <p:ph type="title"/>
          </p:nvPr>
        </p:nvSpPr>
        <p:spPr>
          <a:xfrm>
            <a:off x="1943100" y="0"/>
            <a:ext cx="4864100" cy="404578"/>
          </a:xfrm>
        </p:spPr>
        <p:txBody>
          <a:bodyPr/>
          <a:lstStyle/>
          <a:p>
            <a:r>
              <a:rPr lang="en-IN" sz="2400" dirty="0">
                <a:latin typeface="Cambria" panose="02040503050406030204" pitchFamily="18" charset="0"/>
                <a:ea typeface="Cambria" panose="02040503050406030204" pitchFamily="18" charset="0"/>
              </a:rPr>
              <a:t>Modelling Approach</a:t>
            </a:r>
            <a:endParaRPr lang="en-IN" sz="2400" b="0" dirty="0">
              <a:solidFill>
                <a:schemeClr val="accent4">
                  <a:lumMod val="50000"/>
                </a:schemeClr>
              </a:solidFill>
              <a:latin typeface="Cambria" panose="02040503050406030204" pitchFamily="18" charset="0"/>
              <a:ea typeface="Cambria" panose="02040503050406030204" pitchFamily="18" charset="0"/>
            </a:endParaRPr>
          </a:p>
        </p:txBody>
      </p:sp>
      <p:sp>
        <p:nvSpPr>
          <p:cNvPr id="9" name="Text Placeholder 8">
            <a:extLst>
              <a:ext uri="{FF2B5EF4-FFF2-40B4-BE49-F238E27FC236}">
                <a16:creationId xmlns:a16="http://schemas.microsoft.com/office/drawing/2014/main" id="{42A70618-1E5B-399D-837B-3E6136CEDFC7}"/>
              </a:ext>
            </a:extLst>
          </p:cNvPr>
          <p:cNvSpPr>
            <a:spLocks noGrp="1"/>
          </p:cNvSpPr>
          <p:nvPr>
            <p:ph type="body" idx="7"/>
          </p:nvPr>
        </p:nvSpPr>
        <p:spPr>
          <a:xfrm>
            <a:off x="88900" y="495300"/>
            <a:ext cx="8966200" cy="4592819"/>
          </a:xfr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effectLst>
            <a:glow rad="101600">
              <a:schemeClr val="accent3">
                <a:satMod val="175000"/>
                <a:alpha val="40000"/>
              </a:schemeClr>
            </a:glow>
          </a:effectLst>
        </p:spPr>
        <p:txBody>
          <a:bodyPr/>
          <a:lstStyle/>
          <a:p>
            <a:pPr marL="139700" indent="0">
              <a:lnSpc>
                <a:spcPct val="150000"/>
              </a:lnSpc>
              <a:buNone/>
            </a:pPr>
            <a:r>
              <a:rPr lang="en-US" sz="1800" dirty="0">
                <a:latin typeface="Cambria" panose="02040503050406030204" pitchFamily="18" charset="0"/>
                <a:ea typeface="Cambria" panose="02040503050406030204" pitchFamily="18" charset="0"/>
              </a:rPr>
              <a:t>We sort the details basis on test score accuracy. </a:t>
            </a:r>
          </a:p>
        </p:txBody>
      </p:sp>
      <p:pic>
        <p:nvPicPr>
          <p:cNvPr id="4" name="Picture 3">
            <a:extLst>
              <a:ext uri="{FF2B5EF4-FFF2-40B4-BE49-F238E27FC236}">
                <a16:creationId xmlns:a16="http://schemas.microsoft.com/office/drawing/2014/main" id="{F1009C64-E48C-AEBF-F5E0-DE7968C24080}"/>
              </a:ext>
            </a:extLst>
          </p:cNvPr>
          <p:cNvPicPr>
            <a:picLocks noChangeAspect="1"/>
          </p:cNvPicPr>
          <p:nvPr/>
        </p:nvPicPr>
        <p:blipFill>
          <a:blip r:embed="rId2"/>
          <a:stretch>
            <a:fillRect/>
          </a:stretch>
        </p:blipFill>
        <p:spPr>
          <a:xfrm>
            <a:off x="88900" y="952500"/>
            <a:ext cx="8966200" cy="4135619"/>
          </a:xfrm>
          <a:prstGeom prst="rect">
            <a:avLst/>
          </a:prstGeom>
          <a:effectLst>
            <a:glow rad="127000">
              <a:schemeClr val="accent5">
                <a:lumMod val="60000"/>
                <a:lumOff val="40000"/>
              </a:schemeClr>
            </a:glow>
          </a:effectLst>
        </p:spPr>
      </p:pic>
    </p:spTree>
    <p:extLst>
      <p:ext uri="{BB962C8B-B14F-4D97-AF65-F5344CB8AC3E}">
        <p14:creationId xmlns:p14="http://schemas.microsoft.com/office/powerpoint/2010/main" val="75507714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a:extLst>
            <a:ext uri="{FF2B5EF4-FFF2-40B4-BE49-F238E27FC236}">
              <a16:creationId xmlns:a16="http://schemas.microsoft.com/office/drawing/2014/main" id="{A37CECFF-8234-886E-8C41-9DA8CA009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7308B-E591-5175-1904-B66D30CC617B}"/>
              </a:ext>
            </a:extLst>
          </p:cNvPr>
          <p:cNvSpPr>
            <a:spLocks noGrp="1"/>
          </p:cNvSpPr>
          <p:nvPr>
            <p:ph type="title"/>
          </p:nvPr>
        </p:nvSpPr>
        <p:spPr>
          <a:xfrm>
            <a:off x="2681654" y="55382"/>
            <a:ext cx="3871546" cy="452620"/>
          </a:xfrm>
        </p:spPr>
        <p:txBody>
          <a:bodyPr/>
          <a:lstStyle/>
          <a:p>
            <a:r>
              <a:rPr lang="en-IN" sz="2400" b="1" i="0" dirty="0">
                <a:solidFill>
                  <a:srgbClr val="000000"/>
                </a:solidFill>
                <a:effectLst/>
                <a:latin typeface="Cambria" panose="02040503050406030204" pitchFamily="18" charset="0"/>
                <a:ea typeface="Cambria" panose="02040503050406030204" pitchFamily="18" charset="0"/>
              </a:rPr>
              <a:t>Comparison the All Model</a:t>
            </a:r>
            <a:endParaRPr lang="en-IN" sz="2400" b="0" dirty="0">
              <a:solidFill>
                <a:schemeClr val="accent4">
                  <a:lumMod val="50000"/>
                </a:schemeClr>
              </a:solidFill>
              <a:latin typeface="Cambria" panose="02040503050406030204" pitchFamily="18" charset="0"/>
              <a:ea typeface="Cambria" panose="02040503050406030204" pitchFamily="18" charset="0"/>
            </a:endParaRPr>
          </a:p>
        </p:txBody>
      </p:sp>
      <p:sp>
        <p:nvSpPr>
          <p:cNvPr id="9" name="Text Placeholder 8">
            <a:extLst>
              <a:ext uri="{FF2B5EF4-FFF2-40B4-BE49-F238E27FC236}">
                <a16:creationId xmlns:a16="http://schemas.microsoft.com/office/drawing/2014/main" id="{E47541DD-0F5F-471E-7295-247681F5E4DA}"/>
              </a:ext>
            </a:extLst>
          </p:cNvPr>
          <p:cNvSpPr>
            <a:spLocks noGrp="1"/>
          </p:cNvSpPr>
          <p:nvPr>
            <p:ph type="body" idx="7"/>
          </p:nvPr>
        </p:nvSpPr>
        <p:spPr>
          <a:xfrm>
            <a:off x="88900" y="508002"/>
            <a:ext cx="8966200" cy="4580116"/>
          </a:xfr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txBody>
          <a:bodyPr/>
          <a:lstStyle/>
          <a:p>
            <a:pPr marL="139700" indent="0" algn="l">
              <a:buNone/>
            </a:pPr>
            <a:r>
              <a:rPr lang="en-US" sz="1700" i="0" dirty="0">
                <a:solidFill>
                  <a:srgbClr val="000000"/>
                </a:solidFill>
                <a:effectLst/>
                <a:latin typeface="Cambria" panose="02040503050406030204" pitchFamily="18" charset="0"/>
                <a:ea typeface="Cambria" panose="02040503050406030204" pitchFamily="18" charset="0"/>
              </a:rPr>
              <a:t>1. Overfitting Check:</a:t>
            </a:r>
          </a:p>
          <a:p>
            <a:pPr algn="l">
              <a:spcAft>
                <a:spcPts val="675"/>
              </a:spcAft>
              <a:buFont typeface="Arial" panose="020B0604020202020204" pitchFamily="34" charset="0"/>
              <a:buChar char="•"/>
            </a:pPr>
            <a:r>
              <a:rPr lang="en-US" sz="1700" i="0" dirty="0">
                <a:solidFill>
                  <a:srgbClr val="000000"/>
                </a:solidFill>
                <a:effectLst/>
                <a:latin typeface="Cambria" panose="02040503050406030204" pitchFamily="18" charset="0"/>
                <a:ea typeface="Cambria" panose="02040503050406030204" pitchFamily="18" charset="0"/>
              </a:rPr>
              <a:t>Decision Tree Regression: Training Score = 0.999816 (almost 1), while Test Score = 0.500042. This suggests overfitting.</a:t>
            </a:r>
          </a:p>
          <a:p>
            <a:pPr algn="l">
              <a:spcAft>
                <a:spcPts val="675"/>
              </a:spcAft>
              <a:buFont typeface="Arial" panose="020B0604020202020204" pitchFamily="34" charset="0"/>
              <a:buChar char="•"/>
            </a:pPr>
            <a:r>
              <a:rPr lang="en-US" sz="1700" i="0" dirty="0">
                <a:solidFill>
                  <a:srgbClr val="000000"/>
                </a:solidFill>
                <a:effectLst/>
                <a:latin typeface="Cambria" panose="02040503050406030204" pitchFamily="18" charset="0"/>
                <a:ea typeface="Cambria" panose="02040503050406030204" pitchFamily="18" charset="0"/>
              </a:rPr>
              <a:t>Random Forest Regression: Training Score = 0.961738 and Test Score = 0.737817. Shows good generalization with minimal overfitting.</a:t>
            </a:r>
          </a:p>
          <a:p>
            <a:pPr marL="139700" indent="0" algn="l">
              <a:buNone/>
            </a:pPr>
            <a:r>
              <a:rPr lang="en-US" sz="1700" i="0" dirty="0">
                <a:solidFill>
                  <a:srgbClr val="000000"/>
                </a:solidFill>
                <a:effectLst/>
                <a:latin typeface="Cambria" panose="02040503050406030204" pitchFamily="18" charset="0"/>
                <a:ea typeface="Cambria" panose="02040503050406030204" pitchFamily="18" charset="0"/>
              </a:rPr>
              <a:t>2. Best Generalization (Test R²): The highest Test R² is from Gradient Boosting Regression (0.746752), indicating this model generalizes better than the others.</a:t>
            </a:r>
          </a:p>
          <a:p>
            <a:pPr algn="l"/>
            <a:endParaRPr lang="en-US" sz="1700" i="0" dirty="0">
              <a:solidFill>
                <a:srgbClr val="000000"/>
              </a:solidFill>
              <a:effectLst/>
              <a:latin typeface="Cambria" panose="02040503050406030204" pitchFamily="18" charset="0"/>
              <a:ea typeface="Cambria" panose="02040503050406030204" pitchFamily="18" charset="0"/>
            </a:endParaRPr>
          </a:p>
          <a:p>
            <a:pPr marL="139700" indent="0" algn="l">
              <a:buNone/>
            </a:pPr>
            <a:r>
              <a:rPr lang="en-US" sz="1700" i="0" dirty="0">
                <a:solidFill>
                  <a:srgbClr val="000000"/>
                </a:solidFill>
                <a:effectLst/>
                <a:latin typeface="Cambria" panose="02040503050406030204" pitchFamily="18" charset="0"/>
                <a:ea typeface="Cambria" panose="02040503050406030204" pitchFamily="18" charset="0"/>
              </a:rPr>
              <a:t>3. Error Analysis: Models with lower RMSE, MAE, and MSE indicate better performance. The lowest errors are observed in Gradient Boosting and Random Forest Regression:</a:t>
            </a:r>
          </a:p>
          <a:p>
            <a:pPr marL="139700" indent="0" algn="l">
              <a:lnSpc>
                <a:spcPct val="150000"/>
              </a:lnSpc>
              <a:buNone/>
            </a:pPr>
            <a:r>
              <a:rPr lang="en-US" sz="1700" i="0" dirty="0">
                <a:solidFill>
                  <a:srgbClr val="000000"/>
                </a:solidFill>
                <a:effectLst/>
                <a:latin typeface="Cambria" panose="02040503050406030204" pitchFamily="18" charset="0"/>
                <a:ea typeface="Cambria" panose="02040503050406030204" pitchFamily="18" charset="0"/>
              </a:rPr>
              <a:t>       Gradient Boosting:  RMSE = 125,554, MAE = 92,414</a:t>
            </a:r>
          </a:p>
          <a:p>
            <a:pPr marL="139700" indent="0" algn="l">
              <a:lnSpc>
                <a:spcPct val="150000"/>
              </a:lnSpc>
              <a:spcAft>
                <a:spcPts val="675"/>
              </a:spcAft>
              <a:buNone/>
            </a:pPr>
            <a:r>
              <a:rPr lang="en-US" sz="1700" i="0" dirty="0">
                <a:solidFill>
                  <a:srgbClr val="000000"/>
                </a:solidFill>
                <a:effectLst/>
                <a:latin typeface="Cambria" panose="02040503050406030204" pitchFamily="18" charset="0"/>
                <a:ea typeface="Cambria" panose="02040503050406030204" pitchFamily="18" charset="0"/>
              </a:rPr>
              <a:t>       Random Forest: RMSE = 126,964, MAE = 92,561</a:t>
            </a:r>
          </a:p>
        </p:txBody>
      </p:sp>
    </p:spTree>
    <p:extLst>
      <p:ext uri="{BB962C8B-B14F-4D97-AF65-F5344CB8AC3E}">
        <p14:creationId xmlns:p14="http://schemas.microsoft.com/office/powerpoint/2010/main" val="391467112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a:extLst>
            <a:ext uri="{FF2B5EF4-FFF2-40B4-BE49-F238E27FC236}">
              <a16:creationId xmlns:a16="http://schemas.microsoft.com/office/drawing/2014/main" id="{75EB7553-C428-56C9-05E2-3C961469BC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7E833-A9DC-EE4A-C8E2-8934EE30954D}"/>
              </a:ext>
            </a:extLst>
          </p:cNvPr>
          <p:cNvSpPr>
            <a:spLocks noGrp="1"/>
          </p:cNvSpPr>
          <p:nvPr>
            <p:ph type="title"/>
          </p:nvPr>
        </p:nvSpPr>
        <p:spPr>
          <a:xfrm>
            <a:off x="1943100" y="271281"/>
            <a:ext cx="4864100" cy="452620"/>
          </a:xfrm>
        </p:spPr>
        <p:txBody>
          <a:bodyPr/>
          <a:lstStyle/>
          <a:p>
            <a:r>
              <a:rPr lang="en-IN" sz="2400" dirty="0">
                <a:latin typeface="Cambria" panose="02040503050406030204" pitchFamily="18" charset="0"/>
                <a:ea typeface="Cambria" panose="02040503050406030204" pitchFamily="18" charset="0"/>
              </a:rPr>
              <a:t>Modelling Approach</a:t>
            </a:r>
            <a:endParaRPr lang="en-IN" sz="2400" b="0" dirty="0">
              <a:solidFill>
                <a:schemeClr val="accent4">
                  <a:lumMod val="50000"/>
                </a:schemeClr>
              </a:solidFill>
              <a:latin typeface="Cambria" panose="02040503050406030204" pitchFamily="18" charset="0"/>
              <a:ea typeface="Cambria" panose="02040503050406030204" pitchFamily="18" charset="0"/>
            </a:endParaRPr>
          </a:p>
        </p:txBody>
      </p:sp>
      <p:sp>
        <p:nvSpPr>
          <p:cNvPr id="9" name="Text Placeholder 8">
            <a:extLst>
              <a:ext uri="{FF2B5EF4-FFF2-40B4-BE49-F238E27FC236}">
                <a16:creationId xmlns:a16="http://schemas.microsoft.com/office/drawing/2014/main" id="{24925063-CF92-FCA3-68DA-B8ADF930A95E}"/>
              </a:ext>
            </a:extLst>
          </p:cNvPr>
          <p:cNvSpPr>
            <a:spLocks noGrp="1"/>
          </p:cNvSpPr>
          <p:nvPr>
            <p:ph type="body" idx="7"/>
          </p:nvPr>
        </p:nvSpPr>
        <p:spPr>
          <a:xfrm>
            <a:off x="88900" y="901700"/>
            <a:ext cx="8966200" cy="4186418"/>
          </a:xfr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txBody>
          <a:bodyPr/>
          <a:lstStyle/>
          <a:p>
            <a:pPr algn="l">
              <a:spcAft>
                <a:spcPts val="675"/>
              </a:spcAft>
              <a:buFont typeface="Arial" panose="020B0604020202020204" pitchFamily="34" charset="0"/>
              <a:buChar char="•"/>
            </a:pPr>
            <a:endParaRPr lang="en-US" sz="1700" b="0" i="0" dirty="0">
              <a:solidFill>
                <a:srgbClr val="000000"/>
              </a:solidFill>
              <a:effectLst/>
              <a:latin typeface="Cambria" panose="02040503050406030204" pitchFamily="18" charset="0"/>
              <a:ea typeface="Cambria" panose="02040503050406030204" pitchFamily="18" charset="0"/>
            </a:endParaRPr>
          </a:p>
          <a:p>
            <a:pPr marL="139700" indent="0" algn="l">
              <a:buNone/>
            </a:pPr>
            <a:r>
              <a:rPr lang="en-US" sz="1700" i="0" dirty="0">
                <a:solidFill>
                  <a:srgbClr val="000000"/>
                </a:solidFill>
                <a:effectLst/>
                <a:latin typeface="Cambria" panose="02040503050406030204" pitchFamily="18" charset="0"/>
                <a:ea typeface="Cambria" panose="02040503050406030204" pitchFamily="18" charset="0"/>
              </a:rPr>
              <a:t>4. SVR and AdaBoost: Both models underperform in terms of R² (close to 0 or negative for some configurations) and have significantly higher RMSE/MAE values.</a:t>
            </a:r>
          </a:p>
          <a:p>
            <a:pPr marL="139700" indent="0" algn="l">
              <a:buNone/>
            </a:pPr>
            <a:endParaRPr lang="en-US" sz="1700" i="0" dirty="0">
              <a:solidFill>
                <a:srgbClr val="000000"/>
              </a:solidFill>
              <a:effectLst/>
              <a:latin typeface="Cambria" panose="02040503050406030204" pitchFamily="18" charset="0"/>
              <a:ea typeface="Cambria" panose="02040503050406030204" pitchFamily="18" charset="0"/>
            </a:endParaRPr>
          </a:p>
          <a:p>
            <a:pPr marL="139700" indent="0" algn="l">
              <a:buNone/>
            </a:pPr>
            <a:r>
              <a:rPr lang="en-US" sz="1700" i="0" dirty="0">
                <a:solidFill>
                  <a:srgbClr val="000000"/>
                </a:solidFill>
                <a:effectLst/>
                <a:latin typeface="Cambria" panose="02040503050406030204" pitchFamily="18" charset="0"/>
                <a:ea typeface="Cambria" panose="02040503050406030204" pitchFamily="18" charset="0"/>
              </a:rPr>
              <a:t>5. Linear Models (Ridge/Lasso): Perform decently with consistent R² (~0.713846) and moderate errors but are outperformed by tree-based models.</a:t>
            </a:r>
          </a:p>
          <a:p>
            <a:pPr marL="139700" indent="0" algn="l">
              <a:buNone/>
            </a:pPr>
            <a:endParaRPr lang="en-US" sz="1700" i="0" dirty="0">
              <a:solidFill>
                <a:srgbClr val="000000"/>
              </a:solidFill>
              <a:effectLst/>
              <a:latin typeface="Cambria" panose="02040503050406030204" pitchFamily="18" charset="0"/>
              <a:ea typeface="Cambria" panose="02040503050406030204" pitchFamily="18" charset="0"/>
            </a:endParaRPr>
          </a:p>
          <a:p>
            <a:pPr marL="139700" indent="0" algn="l">
              <a:buNone/>
            </a:pPr>
            <a:r>
              <a:rPr lang="en-US" sz="1700" b="1" i="0" dirty="0">
                <a:solidFill>
                  <a:srgbClr val="000000"/>
                </a:solidFill>
                <a:effectLst/>
                <a:latin typeface="Cambria" panose="02040503050406030204" pitchFamily="18" charset="0"/>
                <a:ea typeface="Cambria" panose="02040503050406030204" pitchFamily="18" charset="0"/>
              </a:rPr>
              <a:t>Conclusion:</a:t>
            </a:r>
          </a:p>
          <a:p>
            <a:pPr algn="l"/>
            <a:r>
              <a:rPr lang="en-US" sz="1700" i="0" dirty="0">
                <a:solidFill>
                  <a:srgbClr val="000000"/>
                </a:solidFill>
                <a:effectLst/>
                <a:latin typeface="Cambria" panose="02040503050406030204" pitchFamily="18" charset="0"/>
                <a:ea typeface="Cambria" panose="02040503050406030204" pitchFamily="18" charset="0"/>
              </a:rPr>
              <a:t>Based on these insights, Gradient Boosting Regression is the best model overall:</a:t>
            </a:r>
          </a:p>
          <a:p>
            <a:pPr algn="l">
              <a:spcAft>
                <a:spcPts val="675"/>
              </a:spcAft>
              <a:buFont typeface="Arial" panose="020B0604020202020204" pitchFamily="34" charset="0"/>
              <a:buChar char="•"/>
            </a:pPr>
            <a:r>
              <a:rPr lang="en-US" sz="1700" i="0" dirty="0">
                <a:solidFill>
                  <a:srgbClr val="000000"/>
                </a:solidFill>
                <a:effectLst/>
                <a:latin typeface="Cambria" panose="02040503050406030204" pitchFamily="18" charset="0"/>
                <a:ea typeface="Cambria" panose="02040503050406030204" pitchFamily="18" charset="0"/>
              </a:rPr>
              <a:t>Highest Test R² (0.746752).</a:t>
            </a:r>
          </a:p>
          <a:p>
            <a:pPr algn="l">
              <a:spcAft>
                <a:spcPts val="675"/>
              </a:spcAft>
              <a:buFont typeface="Arial" panose="020B0604020202020204" pitchFamily="34" charset="0"/>
              <a:buChar char="•"/>
            </a:pPr>
            <a:r>
              <a:rPr lang="en-US" sz="1700" i="0" dirty="0">
                <a:solidFill>
                  <a:srgbClr val="000000"/>
                </a:solidFill>
                <a:effectLst/>
                <a:latin typeface="Cambria" panose="02040503050406030204" pitchFamily="18" charset="0"/>
                <a:ea typeface="Cambria" panose="02040503050406030204" pitchFamily="18" charset="0"/>
              </a:rPr>
              <a:t>Lowest RMSE (125,554).</a:t>
            </a:r>
          </a:p>
          <a:p>
            <a:pPr algn="l">
              <a:spcAft>
                <a:spcPts val="675"/>
              </a:spcAft>
              <a:buFont typeface="Arial" panose="020B0604020202020204" pitchFamily="34" charset="0"/>
              <a:buChar char="•"/>
            </a:pPr>
            <a:r>
              <a:rPr lang="en-US" sz="1700" i="0" dirty="0">
                <a:solidFill>
                  <a:srgbClr val="000000"/>
                </a:solidFill>
                <a:effectLst/>
                <a:latin typeface="Cambria" panose="02040503050406030204" pitchFamily="18" charset="0"/>
                <a:ea typeface="Cambria" panose="02040503050406030204" pitchFamily="18" charset="0"/>
              </a:rPr>
              <a:t>Consistent and interpretable results without signs of overfitting.</a:t>
            </a:r>
          </a:p>
          <a:p>
            <a:pPr marL="139700" indent="0">
              <a:lnSpc>
                <a:spcPct val="150000"/>
              </a:lnSpc>
              <a:buNone/>
            </a:pPr>
            <a:endParaRPr lang="en-US" sz="17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9468254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a:extLst>
            <a:ext uri="{FF2B5EF4-FFF2-40B4-BE49-F238E27FC236}">
              <a16:creationId xmlns:a16="http://schemas.microsoft.com/office/drawing/2014/main" id="{49C8A2C2-F50B-B771-5AC1-516D4734E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62883E-2970-C49B-79F6-0E7DA7CBFA47}"/>
              </a:ext>
            </a:extLst>
          </p:cNvPr>
          <p:cNvSpPr>
            <a:spLocks noGrp="1"/>
          </p:cNvSpPr>
          <p:nvPr>
            <p:ph type="title"/>
          </p:nvPr>
        </p:nvSpPr>
        <p:spPr>
          <a:xfrm>
            <a:off x="1674934" y="128953"/>
            <a:ext cx="5794131" cy="452620"/>
          </a:xfrm>
        </p:spPr>
        <p:txBody>
          <a:bodyPr/>
          <a:lstStyle/>
          <a:p>
            <a:r>
              <a:rPr lang="en-IN" sz="2400" dirty="0">
                <a:latin typeface="Cambria" panose="02040503050406030204" pitchFamily="18" charset="0"/>
                <a:ea typeface="Cambria" panose="02040503050406030204" pitchFamily="18" charset="0"/>
              </a:rPr>
              <a:t>Perform Principal Component Analysis</a:t>
            </a:r>
            <a:endParaRPr lang="en-IN" sz="2400" b="0" dirty="0">
              <a:solidFill>
                <a:schemeClr val="accent4">
                  <a:lumMod val="50000"/>
                </a:schemeClr>
              </a:solidFill>
              <a:latin typeface="Cambria" panose="02040503050406030204" pitchFamily="18" charset="0"/>
              <a:ea typeface="Cambria" panose="02040503050406030204" pitchFamily="18" charset="0"/>
            </a:endParaRPr>
          </a:p>
        </p:txBody>
      </p:sp>
      <p:sp>
        <p:nvSpPr>
          <p:cNvPr id="9" name="Text Placeholder 8">
            <a:extLst>
              <a:ext uri="{FF2B5EF4-FFF2-40B4-BE49-F238E27FC236}">
                <a16:creationId xmlns:a16="http://schemas.microsoft.com/office/drawing/2014/main" id="{45C38AA4-2679-1F4B-7DB4-50F0E910B7B6}"/>
              </a:ext>
            </a:extLst>
          </p:cNvPr>
          <p:cNvSpPr>
            <a:spLocks noGrp="1"/>
          </p:cNvSpPr>
          <p:nvPr>
            <p:ph type="body" idx="7"/>
          </p:nvPr>
        </p:nvSpPr>
        <p:spPr>
          <a:xfrm>
            <a:off x="1" y="723901"/>
            <a:ext cx="3751383" cy="4290646"/>
          </a:xfr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a:glow>
              <a:schemeClr val="accent1">
                <a:alpha val="40000"/>
              </a:schemeClr>
            </a:glow>
            <a:softEdge rad="50800"/>
          </a:effectLst>
        </p:spPr>
        <p:txBody>
          <a:bodyPr/>
          <a:lstStyle/>
          <a:p>
            <a:pPr marL="139700" indent="0">
              <a:lnSpc>
                <a:spcPct val="150000"/>
              </a:lnSpc>
              <a:buNone/>
            </a:pPr>
            <a:r>
              <a:rPr lang="en-US" sz="1600" dirty="0">
                <a:latin typeface="Cambria" panose="02040503050406030204" pitchFamily="18" charset="0"/>
                <a:ea typeface="Cambria" panose="02040503050406030204" pitchFamily="18" charset="0"/>
              </a:rPr>
              <a:t>Initially, our dataset consisted of 21,613 rows and 42 columns. After performing Principal Component Analysis (PCA), we identified that 29 principal components capture 95% of the variance in the data. Consequently, we have selected these 29 components for modeling to ensure an optimal balance between dimensionality reduction and information retention. </a:t>
            </a:r>
          </a:p>
          <a:p>
            <a:pPr marL="139700" indent="0">
              <a:lnSpc>
                <a:spcPct val="100000"/>
              </a:lnSpc>
              <a:buNone/>
            </a:pPr>
            <a:endParaRPr lang="en-US" sz="1600" dirty="0">
              <a:latin typeface="Cambria" panose="02040503050406030204" pitchFamily="18" charset="0"/>
              <a:ea typeface="Cambria" panose="02040503050406030204" pitchFamily="18" charset="0"/>
            </a:endParaRPr>
          </a:p>
          <a:p>
            <a:pPr marL="139700" indent="0">
              <a:lnSpc>
                <a:spcPct val="150000"/>
              </a:lnSpc>
              <a:buNone/>
            </a:pPr>
            <a:r>
              <a:rPr lang="en-US" sz="1600" dirty="0">
                <a:latin typeface="Cambria" panose="02040503050406030204" pitchFamily="18" charset="0"/>
                <a:ea typeface="Cambria" panose="02040503050406030204" pitchFamily="18" charset="0"/>
              </a:rPr>
              <a:t>We Performed the all models post PCA. </a:t>
            </a:r>
          </a:p>
          <a:p>
            <a:pPr marL="139700" indent="0">
              <a:lnSpc>
                <a:spcPct val="150000"/>
              </a:lnSpc>
              <a:buNone/>
            </a:pPr>
            <a:endParaRPr lang="en-US" sz="1700" dirty="0">
              <a:latin typeface="Cambria" panose="02040503050406030204" pitchFamily="18" charset="0"/>
              <a:ea typeface="Cambria" panose="02040503050406030204" pitchFamily="18" charset="0"/>
            </a:endParaRPr>
          </a:p>
          <a:p>
            <a:pPr marL="139700" indent="0">
              <a:lnSpc>
                <a:spcPct val="150000"/>
              </a:lnSpc>
              <a:buNone/>
            </a:pPr>
            <a:endParaRPr lang="en-US" sz="1700" dirty="0">
              <a:latin typeface="Cambria" panose="02040503050406030204" pitchFamily="18" charset="0"/>
              <a:ea typeface="Cambria" panose="02040503050406030204" pitchFamily="18" charset="0"/>
            </a:endParaRPr>
          </a:p>
        </p:txBody>
      </p:sp>
      <p:pic>
        <p:nvPicPr>
          <p:cNvPr id="8" name="Picture 7">
            <a:extLst>
              <a:ext uri="{FF2B5EF4-FFF2-40B4-BE49-F238E27FC236}">
                <a16:creationId xmlns:a16="http://schemas.microsoft.com/office/drawing/2014/main" id="{485193EE-02FE-90DE-1F51-EEFDB1BFA02D}"/>
              </a:ext>
            </a:extLst>
          </p:cNvPr>
          <p:cNvPicPr>
            <a:picLocks noChangeAspect="1"/>
          </p:cNvPicPr>
          <p:nvPr/>
        </p:nvPicPr>
        <p:blipFill>
          <a:blip r:embed="rId2"/>
          <a:stretch>
            <a:fillRect/>
          </a:stretch>
        </p:blipFill>
        <p:spPr>
          <a:xfrm>
            <a:off x="3751385" y="723900"/>
            <a:ext cx="5392614" cy="3695700"/>
          </a:xfrm>
          <a:prstGeom prst="rect">
            <a:avLst/>
          </a:prstGeom>
          <a:effectLst>
            <a:softEdge rad="38100"/>
          </a:effectLst>
        </p:spPr>
      </p:pic>
      <p:pic>
        <p:nvPicPr>
          <p:cNvPr id="11" name="Picture 10">
            <a:extLst>
              <a:ext uri="{FF2B5EF4-FFF2-40B4-BE49-F238E27FC236}">
                <a16:creationId xmlns:a16="http://schemas.microsoft.com/office/drawing/2014/main" id="{ACD3E40E-C5A1-6DF3-151C-768669ADCB5F}"/>
              </a:ext>
            </a:extLst>
          </p:cNvPr>
          <p:cNvPicPr>
            <a:picLocks noChangeAspect="1"/>
          </p:cNvPicPr>
          <p:nvPr/>
        </p:nvPicPr>
        <p:blipFill>
          <a:blip r:embed="rId3"/>
          <a:stretch>
            <a:fillRect/>
          </a:stretch>
        </p:blipFill>
        <p:spPr>
          <a:xfrm>
            <a:off x="3751385" y="4419600"/>
            <a:ext cx="5392616" cy="594946"/>
          </a:xfrm>
          <a:prstGeom prst="rect">
            <a:avLst/>
          </a:prstGeom>
          <a:effectLst>
            <a:softEdge rad="38100"/>
          </a:effectLst>
        </p:spPr>
      </p:pic>
    </p:spTree>
    <p:extLst>
      <p:ext uri="{BB962C8B-B14F-4D97-AF65-F5344CB8AC3E}">
        <p14:creationId xmlns:p14="http://schemas.microsoft.com/office/powerpoint/2010/main" val="299914128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81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a:extLst>
            <a:ext uri="{FF2B5EF4-FFF2-40B4-BE49-F238E27FC236}">
              <a16:creationId xmlns:a16="http://schemas.microsoft.com/office/drawing/2014/main" id="{E3E23A8E-4A92-BC08-3F69-0DBD77ED7D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E0D0D8-86E0-E465-4180-7D7D4BB903E4}"/>
              </a:ext>
            </a:extLst>
          </p:cNvPr>
          <p:cNvSpPr>
            <a:spLocks noGrp="1"/>
          </p:cNvSpPr>
          <p:nvPr>
            <p:ph type="title"/>
          </p:nvPr>
        </p:nvSpPr>
        <p:spPr>
          <a:xfrm>
            <a:off x="2503714" y="1"/>
            <a:ext cx="4615543" cy="457200"/>
          </a:xfrm>
        </p:spPr>
        <p:txBody>
          <a:bodyPr/>
          <a:lstStyle/>
          <a:p>
            <a:r>
              <a:rPr lang="en-IN" sz="2400" dirty="0">
                <a:latin typeface="Cambria" panose="02040503050406030204" pitchFamily="18" charset="0"/>
                <a:ea typeface="Cambria" panose="02040503050406030204" pitchFamily="18" charset="0"/>
              </a:rPr>
              <a:t>Final Model and Why</a:t>
            </a:r>
            <a:endParaRPr lang="en-IN" sz="2400" b="0" dirty="0">
              <a:solidFill>
                <a:schemeClr val="accent4">
                  <a:lumMod val="50000"/>
                </a:schemeClr>
              </a:solidFill>
              <a:latin typeface="Cambria" panose="02040503050406030204" pitchFamily="18" charset="0"/>
              <a:ea typeface="Cambria" panose="02040503050406030204" pitchFamily="18" charset="0"/>
            </a:endParaRPr>
          </a:p>
        </p:txBody>
      </p:sp>
      <p:sp>
        <p:nvSpPr>
          <p:cNvPr id="4" name="Rectangle 2">
            <a:extLst>
              <a:ext uri="{FF2B5EF4-FFF2-40B4-BE49-F238E27FC236}">
                <a16:creationId xmlns:a16="http://schemas.microsoft.com/office/drawing/2014/main" id="{DDC8588A-7FE7-5711-377E-954A394364C6}"/>
              </a:ext>
            </a:extLst>
          </p:cNvPr>
          <p:cNvSpPr>
            <a:spLocks noGrp="1" noChangeArrowheads="1"/>
          </p:cNvSpPr>
          <p:nvPr>
            <p:ph type="body" idx="7"/>
          </p:nvPr>
        </p:nvSpPr>
        <p:spPr bwMode="auto">
          <a:xfrm>
            <a:off x="46893" y="440200"/>
            <a:ext cx="9050214" cy="4031873"/>
          </a:xfrm>
          <a:prstGeom prst="rect">
            <a:avLst/>
          </a:prstGeom>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3600000" scaled="0"/>
          </a:gradFill>
          <a:ln>
            <a:noFill/>
          </a:ln>
          <a:effectLst>
            <a:reflection endPos="0" dist="50800" dir="5400000" sy="-100000" algn="bl" rotWithShape="0"/>
            <a:softEdge rad="31750"/>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Gradient Boosting Regressor emerged as the optimal model based on its high training and test scores, as well as its superior error metrics.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600" dirty="0">
              <a:solidFill>
                <a:schemeClr val="tx1"/>
              </a:solidFill>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Best Test Score: 0.74063, indicating strong generalization performance.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Lowest MSE (0.2582): The model has the smallest mean squared error, meaning it makes the most precise predictions.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Lowest RMSE (0.5081): RMSE represents the standard deviation of residuals, showing how close predictions are to actual values.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Lowest MAE (0.3731): The absolute error is minimal, demonstrating the model’s high accuracy.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Performs Better than Other Models: Even compared to </a:t>
            </a:r>
            <a:r>
              <a:rPr kumimoji="0" lang="en-US" altLang="en-US" sz="160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XGBoost</a:t>
            </a:r>
            <a:r>
              <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(0.7378 test score) and Random Forest (0.7260 test score), Gradient Boosting outperforms slightly, making it the best choice.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pic>
        <p:nvPicPr>
          <p:cNvPr id="8" name="Picture 7">
            <a:extLst>
              <a:ext uri="{FF2B5EF4-FFF2-40B4-BE49-F238E27FC236}">
                <a16:creationId xmlns:a16="http://schemas.microsoft.com/office/drawing/2014/main" id="{4158FA66-6DF5-6A2B-F0CC-B91F46D9AA60}"/>
              </a:ext>
            </a:extLst>
          </p:cNvPr>
          <p:cNvPicPr>
            <a:picLocks noChangeAspect="1"/>
          </p:cNvPicPr>
          <p:nvPr/>
        </p:nvPicPr>
        <p:blipFill>
          <a:blip r:embed="rId2"/>
          <a:stretch>
            <a:fillRect/>
          </a:stretch>
        </p:blipFill>
        <p:spPr>
          <a:xfrm>
            <a:off x="46893" y="4483630"/>
            <a:ext cx="8955594" cy="578898"/>
          </a:xfrm>
          <a:prstGeom prst="rect">
            <a:avLst/>
          </a:prstGeom>
          <a:effectLst>
            <a:reflection endPos="0" dist="50800" dir="5400000" sy="-100000" algn="bl" rotWithShape="0"/>
            <a:softEdge rad="31750"/>
          </a:effectLst>
        </p:spPr>
      </p:pic>
    </p:spTree>
    <p:extLst>
      <p:ext uri="{BB962C8B-B14F-4D97-AF65-F5344CB8AC3E}">
        <p14:creationId xmlns:p14="http://schemas.microsoft.com/office/powerpoint/2010/main" val="262911325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a:extLst>
            <a:ext uri="{FF2B5EF4-FFF2-40B4-BE49-F238E27FC236}">
              <a16:creationId xmlns:a16="http://schemas.microsoft.com/office/drawing/2014/main" id="{E1607533-23A6-1469-07F9-914D3CAA0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0FB9E2-6223-B6EE-16CF-6624BF7B372D}"/>
              </a:ext>
            </a:extLst>
          </p:cNvPr>
          <p:cNvSpPr>
            <a:spLocks noGrp="1"/>
          </p:cNvSpPr>
          <p:nvPr>
            <p:ph type="title"/>
          </p:nvPr>
        </p:nvSpPr>
        <p:spPr>
          <a:xfrm>
            <a:off x="2281115" y="179801"/>
            <a:ext cx="4094285" cy="480181"/>
          </a:xfrm>
        </p:spPr>
        <p:txBody>
          <a:bodyPr/>
          <a:lstStyle/>
          <a:p>
            <a:pPr marL="0" marR="0" lvl="0" indent="0" defTabSz="914400" rtl="0" eaLnBrk="0" fontAlgn="base" latinLnBrk="0" hangingPunct="0">
              <a:lnSpc>
                <a:spcPct val="100000"/>
              </a:lnSpc>
              <a:spcBef>
                <a:spcPct val="0"/>
              </a:spcBef>
              <a:spcAft>
                <a:spcPct val="0"/>
              </a:spcAft>
              <a:buClrTx/>
              <a:buSzTx/>
              <a:buFontTx/>
              <a:buNone/>
              <a:tabLst/>
            </a:pPr>
            <a:r>
              <a:rPr lang="en-IN" sz="2400" b="0" i="0" dirty="0">
                <a:solidFill>
                  <a:srgbClr val="4D4639"/>
                </a:solidFill>
                <a:effectLst/>
                <a:latin typeface="Cambria" panose="02040503050406030204" pitchFamily="18" charset="0"/>
                <a:ea typeface="Cambria" panose="02040503050406030204" pitchFamily="18" charset="0"/>
              </a:rPr>
              <a:t>Insights &amp; Recommendations </a:t>
            </a:r>
            <a:br>
              <a:rPr kumimoji="0" lang="en-US" alt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endParaRPr kumimoji="0" lang="en-US" alt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
        <p:nvSpPr>
          <p:cNvPr id="9" name="Text Placeholder 8">
            <a:extLst>
              <a:ext uri="{FF2B5EF4-FFF2-40B4-BE49-F238E27FC236}">
                <a16:creationId xmlns:a16="http://schemas.microsoft.com/office/drawing/2014/main" id="{36F65D19-364A-C135-079E-E2670BEB9012}"/>
              </a:ext>
            </a:extLst>
          </p:cNvPr>
          <p:cNvSpPr>
            <a:spLocks noGrp="1"/>
          </p:cNvSpPr>
          <p:nvPr>
            <p:ph type="body" idx="7"/>
          </p:nvPr>
        </p:nvSpPr>
        <p:spPr>
          <a:xfrm>
            <a:off x="0" y="3292964"/>
            <a:ext cx="9143998" cy="1834660"/>
          </a:xfr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txBody>
          <a:bodyPr/>
          <a:lstStyle/>
          <a:p>
            <a:pPr marL="0" marR="0" lvl="0" indent="0" algn="l" defTabSz="914400" rtl="0" eaLnBrk="0" fontAlgn="base" latinLnBrk="0" hangingPunct="0">
              <a:lnSpc>
                <a:spcPct val="150000"/>
              </a:lnSpc>
              <a:spcBef>
                <a:spcPct val="0"/>
              </a:spcBef>
              <a:spcAft>
                <a:spcPct val="0"/>
              </a:spcAft>
              <a:buClrTx/>
              <a:buSzTx/>
              <a:buNone/>
              <a:tabLst/>
            </a:pPr>
            <a:r>
              <a:rPr lang="en-US" sz="1800" b="1" dirty="0">
                <a:latin typeface="Cambria" panose="02040503050406030204" pitchFamily="18" charset="0"/>
                <a:ea typeface="Cambria" panose="02040503050406030204" pitchFamily="18" charset="0"/>
              </a:rPr>
              <a:t>Conclusion :  </a:t>
            </a:r>
            <a:r>
              <a:rPr lang="en-US" sz="1800" dirty="0">
                <a:latin typeface="Cambria" panose="02040503050406030204" pitchFamily="18" charset="0"/>
                <a:ea typeface="Cambria" panose="02040503050406030204" pitchFamily="18" charset="0"/>
              </a:rPr>
              <a:t>Gradient Boosting Regressor is the most effective model for house price prediction in our dataset. It balances high accuracy, low error, and good generalization while avoiding overfitting, making it the best choice for our final prediction model. </a:t>
            </a:r>
          </a:p>
        </p:txBody>
      </p:sp>
      <p:sp>
        <p:nvSpPr>
          <p:cNvPr id="4" name="Rectangle 2">
            <a:extLst>
              <a:ext uri="{FF2B5EF4-FFF2-40B4-BE49-F238E27FC236}">
                <a16:creationId xmlns:a16="http://schemas.microsoft.com/office/drawing/2014/main" id="{434A1C12-EB64-6CFB-5FC9-391E8DE4EE5E}"/>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Text Placeholder 8">
            <a:extLst>
              <a:ext uri="{FF2B5EF4-FFF2-40B4-BE49-F238E27FC236}">
                <a16:creationId xmlns:a16="http://schemas.microsoft.com/office/drawing/2014/main" id="{B3BCC53B-F760-10F0-497C-AED65EF88B65}"/>
              </a:ext>
            </a:extLst>
          </p:cNvPr>
          <p:cNvSpPr txBox="1">
            <a:spLocks/>
          </p:cNvSpPr>
          <p:nvPr/>
        </p:nvSpPr>
        <p:spPr>
          <a:xfrm>
            <a:off x="1" y="726169"/>
            <a:ext cx="9143999" cy="251917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IBM Plex Sans"/>
              <a:buChar char="●"/>
              <a:defRPr sz="1400" b="0" i="0" u="none" strike="noStrike" cap="none">
                <a:solidFill>
                  <a:schemeClr val="dk2"/>
                </a:solidFill>
                <a:latin typeface="IBM Plex Sans"/>
                <a:ea typeface="IBM Plex Sans"/>
                <a:cs typeface="IBM Plex Sans"/>
                <a:sym typeface="IBM Plex Sans"/>
              </a:defRPr>
            </a:lvl1pPr>
            <a:lvl2pPr marL="914400" marR="0" lvl="1" indent="-317500" algn="l" rtl="0">
              <a:lnSpc>
                <a:spcPct val="115000"/>
              </a:lnSpc>
              <a:spcBef>
                <a:spcPts val="0"/>
              </a:spcBef>
              <a:spcAft>
                <a:spcPts val="0"/>
              </a:spcAft>
              <a:buClr>
                <a:schemeClr val="dk2"/>
              </a:buClr>
              <a:buSzPts val="1400"/>
              <a:buFont typeface="IBM Plex Sans"/>
              <a:buChar char="○"/>
              <a:defRPr sz="1400" b="0" i="0" u="none" strike="noStrike" cap="none">
                <a:solidFill>
                  <a:schemeClr val="dk2"/>
                </a:solidFill>
                <a:latin typeface="IBM Plex Sans"/>
                <a:ea typeface="IBM Plex Sans"/>
                <a:cs typeface="IBM Plex Sans"/>
                <a:sym typeface="IBM Plex Sans"/>
              </a:defRPr>
            </a:lvl2pPr>
            <a:lvl3pPr marL="1371600" marR="0" lvl="2" indent="-317500" algn="l" rtl="0">
              <a:lnSpc>
                <a:spcPct val="115000"/>
              </a:lnSpc>
              <a:spcBef>
                <a:spcPts val="0"/>
              </a:spcBef>
              <a:spcAft>
                <a:spcPts val="0"/>
              </a:spcAft>
              <a:buClr>
                <a:schemeClr val="dk2"/>
              </a:buClr>
              <a:buSzPts val="1400"/>
              <a:buFont typeface="IBM Plex Sans"/>
              <a:buChar char="■"/>
              <a:defRPr sz="1400" b="0" i="0" u="none" strike="noStrike" cap="none">
                <a:solidFill>
                  <a:schemeClr val="dk2"/>
                </a:solidFill>
                <a:latin typeface="IBM Plex Sans"/>
                <a:ea typeface="IBM Plex Sans"/>
                <a:cs typeface="IBM Plex Sans"/>
                <a:sym typeface="IBM Plex Sans"/>
              </a:defRPr>
            </a:lvl3pPr>
            <a:lvl4pPr marL="1828800" marR="0" lvl="3" indent="-317500" algn="l" rtl="0">
              <a:lnSpc>
                <a:spcPct val="115000"/>
              </a:lnSpc>
              <a:spcBef>
                <a:spcPts val="0"/>
              </a:spcBef>
              <a:spcAft>
                <a:spcPts val="0"/>
              </a:spcAft>
              <a:buClr>
                <a:schemeClr val="dk2"/>
              </a:buClr>
              <a:buSzPts val="1400"/>
              <a:buFont typeface="IBM Plex Sans"/>
              <a:buChar char="●"/>
              <a:defRPr sz="1400" b="0" i="0" u="none" strike="noStrike" cap="none">
                <a:solidFill>
                  <a:schemeClr val="dk2"/>
                </a:solidFill>
                <a:latin typeface="IBM Plex Sans"/>
                <a:ea typeface="IBM Plex Sans"/>
                <a:cs typeface="IBM Plex Sans"/>
                <a:sym typeface="IBM Plex Sans"/>
              </a:defRPr>
            </a:lvl4pPr>
            <a:lvl5pPr marL="2286000" marR="0" lvl="4" indent="-317500" algn="l" rtl="0">
              <a:lnSpc>
                <a:spcPct val="115000"/>
              </a:lnSpc>
              <a:spcBef>
                <a:spcPts val="0"/>
              </a:spcBef>
              <a:spcAft>
                <a:spcPts val="0"/>
              </a:spcAft>
              <a:buClr>
                <a:schemeClr val="dk2"/>
              </a:buClr>
              <a:buSzPts val="1400"/>
              <a:buFont typeface="IBM Plex Sans"/>
              <a:buChar char="○"/>
              <a:defRPr sz="1400" b="0" i="0" u="none" strike="noStrike" cap="none">
                <a:solidFill>
                  <a:schemeClr val="dk2"/>
                </a:solidFill>
                <a:latin typeface="IBM Plex Sans"/>
                <a:ea typeface="IBM Plex Sans"/>
                <a:cs typeface="IBM Plex Sans"/>
                <a:sym typeface="IBM Plex Sans"/>
              </a:defRPr>
            </a:lvl5pPr>
            <a:lvl6pPr marL="2743200" marR="0" lvl="5" indent="-317500" algn="l" rtl="0">
              <a:lnSpc>
                <a:spcPct val="115000"/>
              </a:lnSpc>
              <a:spcBef>
                <a:spcPts val="0"/>
              </a:spcBef>
              <a:spcAft>
                <a:spcPts val="0"/>
              </a:spcAft>
              <a:buClr>
                <a:schemeClr val="dk2"/>
              </a:buClr>
              <a:buSzPts val="1400"/>
              <a:buFont typeface="IBM Plex Sans"/>
              <a:buChar char="■"/>
              <a:defRPr sz="1400" b="0" i="0" u="none" strike="noStrike" cap="none">
                <a:solidFill>
                  <a:schemeClr val="dk2"/>
                </a:solidFill>
                <a:latin typeface="IBM Plex Sans"/>
                <a:ea typeface="IBM Plex Sans"/>
                <a:cs typeface="IBM Plex Sans"/>
                <a:sym typeface="IBM Plex Sans"/>
              </a:defRPr>
            </a:lvl6pPr>
            <a:lvl7pPr marL="3200400" marR="0" lvl="6" indent="-317500" algn="l" rtl="0">
              <a:lnSpc>
                <a:spcPct val="115000"/>
              </a:lnSpc>
              <a:spcBef>
                <a:spcPts val="0"/>
              </a:spcBef>
              <a:spcAft>
                <a:spcPts val="0"/>
              </a:spcAft>
              <a:buClr>
                <a:schemeClr val="dk2"/>
              </a:buClr>
              <a:buSzPts val="1400"/>
              <a:buFont typeface="IBM Plex Sans"/>
              <a:buChar char="●"/>
              <a:defRPr sz="1400" b="0" i="0" u="none" strike="noStrike" cap="none">
                <a:solidFill>
                  <a:schemeClr val="dk2"/>
                </a:solidFill>
                <a:latin typeface="IBM Plex Sans"/>
                <a:ea typeface="IBM Plex Sans"/>
                <a:cs typeface="IBM Plex Sans"/>
                <a:sym typeface="IBM Plex Sans"/>
              </a:defRPr>
            </a:lvl7pPr>
            <a:lvl8pPr marL="3657600" marR="0" lvl="7" indent="-317500" algn="l" rtl="0">
              <a:lnSpc>
                <a:spcPct val="115000"/>
              </a:lnSpc>
              <a:spcBef>
                <a:spcPts val="0"/>
              </a:spcBef>
              <a:spcAft>
                <a:spcPts val="0"/>
              </a:spcAft>
              <a:buClr>
                <a:schemeClr val="dk2"/>
              </a:buClr>
              <a:buSzPts val="1400"/>
              <a:buFont typeface="IBM Plex Sans"/>
              <a:buChar char="○"/>
              <a:defRPr sz="1400" b="0" i="0" u="none" strike="noStrike" cap="none">
                <a:solidFill>
                  <a:schemeClr val="dk2"/>
                </a:solidFill>
                <a:latin typeface="IBM Plex Sans"/>
                <a:ea typeface="IBM Plex Sans"/>
                <a:cs typeface="IBM Plex Sans"/>
                <a:sym typeface="IBM Plex Sans"/>
              </a:defRPr>
            </a:lvl8pPr>
            <a:lvl9pPr marL="4114800" marR="0" lvl="8" indent="-317500" algn="l" rtl="0">
              <a:lnSpc>
                <a:spcPct val="115000"/>
              </a:lnSpc>
              <a:spcBef>
                <a:spcPts val="0"/>
              </a:spcBef>
              <a:spcAft>
                <a:spcPts val="0"/>
              </a:spcAft>
              <a:buClr>
                <a:schemeClr val="dk2"/>
              </a:buClr>
              <a:buSzPts val="1400"/>
              <a:buFont typeface="IBM Plex Sans"/>
              <a:buChar char="■"/>
              <a:defRPr sz="1400" b="0" i="0" u="none" strike="noStrike" cap="none">
                <a:solidFill>
                  <a:schemeClr val="dk2"/>
                </a:solidFill>
                <a:latin typeface="IBM Plex Sans"/>
                <a:ea typeface="IBM Plex Sans"/>
                <a:cs typeface="IBM Plex Sans"/>
                <a:sym typeface="IBM Plex Sans"/>
              </a:defRPr>
            </a:lvl9pPr>
          </a:lstStyle>
          <a:p>
            <a:pPr marL="0" indent="0" eaLnBrk="0" fontAlgn="base" hangingPunct="0">
              <a:lnSpc>
                <a:spcPct val="200000"/>
              </a:lnSpc>
              <a:spcBef>
                <a:spcPct val="0"/>
              </a:spcBef>
              <a:spcAft>
                <a:spcPct val="0"/>
              </a:spcAft>
              <a:buClrTx/>
              <a:buSzTx/>
              <a:buFontTx/>
              <a:buChar char="•"/>
            </a:pPr>
            <a:r>
              <a:rPr lang="en-US" altLang="en-US" sz="1800" dirty="0">
                <a:solidFill>
                  <a:schemeClr val="tx1"/>
                </a:solidFill>
                <a:latin typeface="Arial" panose="020B0604020202020204" pitchFamily="34" charset="0"/>
              </a:rPr>
              <a:t> </a:t>
            </a:r>
            <a:r>
              <a:rPr lang="en-US" altLang="en-US" sz="1700" dirty="0">
                <a:solidFill>
                  <a:schemeClr val="tx1"/>
                </a:solidFill>
                <a:latin typeface="Cambria" panose="02040503050406030204" pitchFamily="18" charset="0"/>
                <a:ea typeface="Cambria" panose="02040503050406030204" pitchFamily="18" charset="0"/>
              </a:rPr>
              <a:t>Waterfront properties have higher prices.</a:t>
            </a:r>
          </a:p>
          <a:p>
            <a:pPr marL="0" indent="0" eaLnBrk="0" fontAlgn="base" hangingPunct="0">
              <a:lnSpc>
                <a:spcPct val="200000"/>
              </a:lnSpc>
              <a:spcBef>
                <a:spcPct val="0"/>
              </a:spcBef>
              <a:spcAft>
                <a:spcPct val="0"/>
              </a:spcAft>
              <a:buClrTx/>
              <a:buSzTx/>
              <a:buFontTx/>
              <a:buChar char="•"/>
            </a:pPr>
            <a:r>
              <a:rPr lang="en-US" altLang="en-US" sz="1700" dirty="0">
                <a:solidFill>
                  <a:schemeClr val="tx1"/>
                </a:solidFill>
                <a:latin typeface="Cambria" panose="02040503050406030204" pitchFamily="18" charset="0"/>
                <a:ea typeface="Cambria" panose="02040503050406030204" pitchFamily="18" charset="0"/>
              </a:rPr>
              <a:t> Number of bedrooms &amp; living area strongly affect price.</a:t>
            </a:r>
          </a:p>
          <a:p>
            <a:pPr marL="0" indent="0" eaLnBrk="0" fontAlgn="base" hangingPunct="0">
              <a:lnSpc>
                <a:spcPct val="200000"/>
              </a:lnSpc>
              <a:spcBef>
                <a:spcPct val="0"/>
              </a:spcBef>
              <a:spcAft>
                <a:spcPct val="0"/>
              </a:spcAft>
              <a:buClrTx/>
              <a:buSzTx/>
              <a:buFontTx/>
              <a:buChar char="•"/>
            </a:pPr>
            <a:r>
              <a:rPr lang="en-US" altLang="en-US" sz="1700" dirty="0">
                <a:solidFill>
                  <a:schemeClr val="tx1"/>
                </a:solidFill>
                <a:latin typeface="Cambria" panose="02040503050406030204" pitchFamily="18" charset="0"/>
                <a:ea typeface="Cambria" panose="02040503050406030204" pitchFamily="18" charset="0"/>
              </a:rPr>
              <a:t> Newly renovated homes tend to sell for more.</a:t>
            </a:r>
          </a:p>
          <a:p>
            <a:pPr marL="0" indent="0" eaLnBrk="0" fontAlgn="base" hangingPunct="0">
              <a:lnSpc>
                <a:spcPct val="200000"/>
              </a:lnSpc>
              <a:spcBef>
                <a:spcPct val="0"/>
              </a:spcBef>
              <a:spcAft>
                <a:spcPct val="0"/>
              </a:spcAft>
              <a:buClrTx/>
              <a:buSzTx/>
              <a:buFontTx/>
              <a:buChar char="•"/>
            </a:pPr>
            <a:r>
              <a:rPr lang="en-US" altLang="en-US" sz="1700" dirty="0">
                <a:solidFill>
                  <a:schemeClr val="tx1"/>
                </a:solidFill>
                <a:latin typeface="Cambria" panose="02040503050406030204" pitchFamily="18" charset="0"/>
                <a:ea typeface="Cambria" panose="02040503050406030204" pitchFamily="18" charset="0"/>
              </a:rPr>
              <a:t> Sellers should price competitively based on market trends.</a:t>
            </a:r>
          </a:p>
          <a:p>
            <a:pPr marL="0" indent="0" eaLnBrk="0" fontAlgn="base" hangingPunct="0">
              <a:lnSpc>
                <a:spcPct val="100000"/>
              </a:lnSpc>
              <a:spcBef>
                <a:spcPct val="0"/>
              </a:spcBef>
              <a:spcAft>
                <a:spcPct val="0"/>
              </a:spcAft>
              <a:buClrTx/>
              <a:buSzTx/>
              <a:buFontTx/>
              <a:buNone/>
            </a:pPr>
            <a:endParaRPr lang="en-US" altLang="en-US" sz="1800" dirty="0">
              <a:solidFill>
                <a:schemeClr val="tx1"/>
              </a:solidFill>
              <a:latin typeface="Arial" panose="020B0604020202020204" pitchFamily="34" charset="0"/>
            </a:endParaRPr>
          </a:p>
          <a:p>
            <a:pPr marL="139700" indent="0">
              <a:lnSpc>
                <a:spcPct val="150000"/>
              </a:lnSpc>
              <a:buFont typeface="IBM Plex Sans"/>
              <a:buNone/>
            </a:pPr>
            <a:endParaRPr lang="en-US"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343564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2" name="Google Shape;172;p17"/>
          <p:cNvSpPr txBox="1">
            <a:spLocks noGrp="1"/>
          </p:cNvSpPr>
          <p:nvPr>
            <p:ph type="title"/>
          </p:nvPr>
        </p:nvSpPr>
        <p:spPr>
          <a:xfrm>
            <a:off x="1741714" y="709716"/>
            <a:ext cx="5188475" cy="1070958"/>
          </a:xfrm>
          <a:prstGeom prst="rect">
            <a:avLst/>
          </a:prstGeom>
          <a:solidFill>
            <a:schemeClr val="accent1"/>
          </a:solidFill>
        </p:spPr>
        <p:txBody>
          <a:bodyPr spcFirstLastPara="1" wrap="square" lIns="0" tIns="0" rIns="0" bIns="0" anchor="ctr" anchorCtr="0">
            <a:noAutofit/>
          </a:bodyPr>
          <a:lstStyle/>
          <a:p>
            <a:pPr algn="ctr"/>
            <a:r>
              <a:rPr lang="en-IN" sz="6000" b="1" dirty="0">
                <a:solidFill>
                  <a:schemeClr val="accent4">
                    <a:lumMod val="75000"/>
                  </a:schemeClr>
                </a:solidFill>
                <a:latin typeface="Cambria" panose="02040503050406030204" pitchFamily="18" charset="0"/>
                <a:ea typeface="Cambria" panose="02040503050406030204" pitchFamily="18" charset="0"/>
              </a:rPr>
              <a:t>Thank You  </a:t>
            </a:r>
            <a:endParaRPr lang="en-IN" sz="6000" dirty="0">
              <a:solidFill>
                <a:schemeClr val="accent4">
                  <a:lumMod val="75000"/>
                </a:schemeClr>
              </a:solidFill>
              <a:latin typeface="Cambria" panose="02040503050406030204" pitchFamily="18" charset="0"/>
              <a:ea typeface="Cambria" panose="02040503050406030204" pitchFamily="18" charset="0"/>
            </a:endParaRPr>
          </a:p>
        </p:txBody>
      </p:sp>
      <p:pic>
        <p:nvPicPr>
          <p:cNvPr id="4" name="Google Shape;240;p23">
            <a:extLst>
              <a:ext uri="{FF2B5EF4-FFF2-40B4-BE49-F238E27FC236}">
                <a16:creationId xmlns:a16="http://schemas.microsoft.com/office/drawing/2014/main" id="{96B35167-6456-1D2C-1F56-4B27C4034E12}"/>
              </a:ext>
            </a:extLst>
          </p:cNvPr>
          <p:cNvPicPr preferRelativeResize="0">
            <a:picLocks noGrp="1"/>
          </p:cNvPicPr>
          <p:nvPr>
            <p:ph type="pic" idx="2"/>
          </p:nvPr>
        </p:nvPicPr>
        <p:blipFill rotWithShape="1">
          <a:blip r:embed="rId3">
            <a:alphaModFix/>
          </a:blip>
          <a:srcRect l="13181" r="13181"/>
          <a:stretch/>
        </p:blipFill>
        <p:spPr>
          <a:xfrm>
            <a:off x="84221" y="2120565"/>
            <a:ext cx="4320542" cy="2932697"/>
          </a:xfrm>
          <a:prstGeom prst="round2DiagRect">
            <a:avLst>
              <a:gd name="adj1" fmla="val 4837"/>
              <a:gd name="adj2" fmla="val 0"/>
            </a:avLst>
          </a:prstGeom>
        </p:spPr>
      </p:pic>
      <p:pic>
        <p:nvPicPr>
          <p:cNvPr id="6" name="Google Shape;243;p23">
            <a:extLst>
              <a:ext uri="{FF2B5EF4-FFF2-40B4-BE49-F238E27FC236}">
                <a16:creationId xmlns:a16="http://schemas.microsoft.com/office/drawing/2014/main" id="{7047215A-0285-2C64-23F0-C3EEA5534FCC}"/>
              </a:ext>
            </a:extLst>
          </p:cNvPr>
          <p:cNvPicPr preferRelativeResize="0">
            <a:picLocks/>
          </p:cNvPicPr>
          <p:nvPr/>
        </p:nvPicPr>
        <p:blipFill rotWithShape="1">
          <a:blip r:embed="rId4">
            <a:alphaModFix/>
          </a:blip>
          <a:srcRect t="21486" b="21491"/>
          <a:stretch/>
        </p:blipFill>
        <p:spPr>
          <a:xfrm>
            <a:off x="4572000" y="2165684"/>
            <a:ext cx="4487779" cy="2887578"/>
          </a:xfrm>
          <a:prstGeom prst="round2DiagRect">
            <a:avLst>
              <a:gd name="adj1" fmla="val 4435"/>
              <a:gd name="adj2" fmla="val 0"/>
            </a:avLst>
          </a:prstGeom>
        </p:spPr>
      </p:pic>
      <p:sp>
        <p:nvSpPr>
          <p:cNvPr id="2" name="Callout: Quad Arrow 1">
            <a:extLst>
              <a:ext uri="{FF2B5EF4-FFF2-40B4-BE49-F238E27FC236}">
                <a16:creationId xmlns:a16="http://schemas.microsoft.com/office/drawing/2014/main" id="{F0CD4135-8188-E218-C078-F00BA5159C52}"/>
              </a:ext>
            </a:extLst>
          </p:cNvPr>
          <p:cNvSpPr/>
          <p:nvPr/>
        </p:nvSpPr>
        <p:spPr>
          <a:xfrm>
            <a:off x="1843696" y="979714"/>
            <a:ext cx="551161" cy="533400"/>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allout: Quad Arrow 2">
            <a:extLst>
              <a:ext uri="{FF2B5EF4-FFF2-40B4-BE49-F238E27FC236}">
                <a16:creationId xmlns:a16="http://schemas.microsoft.com/office/drawing/2014/main" id="{71775E70-595C-A9AB-0AE5-7D9FE9B925A6}"/>
              </a:ext>
            </a:extLst>
          </p:cNvPr>
          <p:cNvSpPr/>
          <p:nvPr/>
        </p:nvSpPr>
        <p:spPr>
          <a:xfrm>
            <a:off x="6379027" y="979714"/>
            <a:ext cx="551161" cy="533400"/>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theme/theme1.xml><?xml version="1.0" encoding="utf-8"?>
<a:theme xmlns:a="http://schemas.openxmlformats.org/drawingml/2006/main" name="Simple Light">
  <a:themeElements>
    <a:clrScheme name="Simple Light">
      <a:dk1>
        <a:srgbClr val="0A1013"/>
      </a:dk1>
      <a:lt1>
        <a:srgbClr val="FAFCFC"/>
      </a:lt1>
      <a:dk2>
        <a:srgbClr val="12232A"/>
      </a:dk2>
      <a:lt2>
        <a:srgbClr val="D4E7ED"/>
      </a:lt2>
      <a:accent1>
        <a:srgbClr val="30314E"/>
      </a:accent1>
      <a:accent2>
        <a:srgbClr val="34404A"/>
      </a:accent2>
      <a:accent3>
        <a:srgbClr val="0D193F"/>
      </a:accent3>
      <a:accent4>
        <a:srgbClr val="EAE0CD"/>
      </a:accent4>
      <a:accent5>
        <a:srgbClr val="B58452"/>
      </a:accent5>
      <a:accent6>
        <a:srgbClr val="B79862"/>
      </a:accent6>
      <a:hlink>
        <a:srgbClr val="8279D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2969</TotalTime>
  <Words>966</Words>
  <Application>Microsoft Office PowerPoint</Application>
  <PresentationFormat>On-screen Show (16:9)</PresentationFormat>
  <Paragraphs>98</Paragraphs>
  <Slides>14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Pathway Extreme</vt:lpstr>
      <vt:lpstr>Cambria</vt:lpstr>
      <vt:lpstr>Wingdings</vt:lpstr>
      <vt:lpstr>IBM Plex Sans SemiBold</vt:lpstr>
      <vt:lpstr>IBM Plex Sans</vt:lpstr>
      <vt:lpstr>IBM Plex Sans Medium</vt:lpstr>
      <vt:lpstr>Simple Light</vt:lpstr>
      <vt:lpstr>House Price Prediction Project </vt:lpstr>
      <vt:lpstr>Business Problem Understanding</vt:lpstr>
      <vt:lpstr>Dataset Details</vt:lpstr>
      <vt:lpstr>Exploratory Data Analysis s</vt:lpstr>
      <vt:lpstr>PowerPoint Presentation</vt:lpstr>
      <vt:lpstr>Feature Scaling &amp; Transformation</vt:lpstr>
      <vt:lpstr>Modelling Approach</vt:lpstr>
      <vt:lpstr>Modelling Approach</vt:lpstr>
      <vt:lpstr>Comparison the All Model</vt:lpstr>
      <vt:lpstr>Modelling Approach</vt:lpstr>
      <vt:lpstr>Perform Principal Component Analysis</vt:lpstr>
      <vt:lpstr>Final Model and Why</vt:lpstr>
      <vt:lpstr>Insights &amp; Recommendations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Aman Deep Singh</cp:lastModifiedBy>
  <cp:revision>28</cp:revision>
  <dcterms:modified xsi:type="dcterms:W3CDTF">2025-02-15T08:54:35Z</dcterms:modified>
</cp:coreProperties>
</file>